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807 ms step).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items landed as one level (-117 ms), mixed attention as the next (-30 ms).
Mixed attention is a measured trade: full FA2 including text was SLOWER — see the ruled-out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Five problems visible in one baseline step (nsys, 806.9 ms) — each maps to a fix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1711375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1711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225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20135" y="1261872"/>
            <a:ext cx="3799344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220135" y="1261872"/>
            <a:ext cx="379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500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019479" y="1261872"/>
            <a:ext cx="6157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7019479" y="1261872"/>
            <a:ext cx="6157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81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124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Text 172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5" name="Text 173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6" name="Shape 174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Text 191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4" name="Shape 192"/>
          <p:cNvSpPr/>
          <p:nvPr/>
        </p:nvSpPr>
        <p:spPr>
          <a:xfrm>
            <a:off x="3220135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>
            <a:off x="70194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199" name="Shape 197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1" name="Shape 199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3" name="Shape 201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5" name="Shape 203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7" name="Text 205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8" name="Shape 206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09" name="Text 207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1" name="Text 209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3" name="Text 211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5" name="Text 213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launches/step, median 8 µs, 79% &lt; 20 µs — 205 ms pure idle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7" name="Text 21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18" name="Text 21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19" name="Shape 21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0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First Wins: bf16 Head + Software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545 ms.  The two cheapest changes bought 32%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action head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−218 ms (800 → 582)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ran in fp32 — one config knob moves it under bf16 autocast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Loss &amp; timestep math stay fp32; same-seed 100-step loss trajectory unchanged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Single-switch rollback: dit_dtype=none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icons/m48-rocket-3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 + NCCL 2.26.2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−37 ms (582 → 545)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93776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Container-level upgrade, zero code change (plus triton 3.3.1)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eager kernels and NCCL launch path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Prerequisite for the CUDA-Graph work (slide 8)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Takeaway: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audit precision policy and framework versions before touching any code — they set the floor everything else stands on.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0" name="Image 2" descr="/app/logos/nvidia-logo-blk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Keep the GPU Fed: Pipeline &amp; Syncs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398 ms.  CPU work off the critical path, no per-step syncs, right attention per stack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43484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DataLoader workers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(tokenize + image patches) runs in 8 workers, overlapped with the previous step's GPU work; batches arrive as pinned CPU tensors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 forward-path CPU removed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 copies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 overlaps upload with the ZeRO-2 optimizer tail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H2D off the critical path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removes 2 device syncs / step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 and cached — they depend only on the image grid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Mixed attention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on FA2 varlen (one kernel per layer for all 16 images); text stays SDPA — at seq 192 FA2's unpad/repad is a net loss (measured)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977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Principle: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training step should launch GPU work and get out of the way — anything the CPU must compute belongs in workers or caches, and anything that reads a GPU value blocks the launch pipeline.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&amp; torch.compile: −126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ms.  Replay the whole network as six graphs instead of ~14k eager launches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417320"/>
            <a:ext cx="44804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Whole-model compile is blocked: the hybrid GDN layers (fla library) graph-break in dynamo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So we capture around it: 32 text layers grouped into 4 CUDA Graphs of 8 layers each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Vision tower captured as a single graph (FA2 kernels inside, host-cached max_seqlen)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make it possible: text fixed at 192, encoder padded to 192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Sync-free multimodal merge: removed a device-to-host validation readback in the image-token scatter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06362" y="3657600"/>
            <a:ext cx="4480438" cy="6583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362" y="3657600"/>
            <a:ext cx="54864" cy="6583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5"/>
          <p:cNvSpPr/>
          <p:nvPr/>
        </p:nvSpPr>
        <p:spPr>
          <a:xfrm>
            <a:off x="4389242" y="3657600"/>
            <a:ext cx="42061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54172" y="3063240"/>
            <a:ext cx="411123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89010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807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2026-07-22T07:29:59Z</dcterms:created>
  <dcterms:modified xsi:type="dcterms:W3CDTF">2026-07-22T07:29:59Z</dcterms:modified>
</cp:coreProperties>
</file>