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fp32 head (reference)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Sheet1!$B$2:$B$201</c:f>
              <c:numCache>
                <c:formatCode>General</c:formatCode>
                <c:ptCount val="200"/>
                <c:pt idx="0">
                  <c:v>1.4121527671813965</c:v>
                </c:pt>
                <c:pt idx="1">
                  <c:v>1.3194897174835205</c:v>
                </c:pt>
                <c:pt idx="2">
                  <c:v>1.2806522846221924</c:v>
                </c:pt>
                <c:pt idx="3">
                  <c:v>1.4192084074020386</c:v>
                </c:pt>
                <c:pt idx="4">
                  <c:v>1.2832305431365967</c:v>
                </c:pt>
                <c:pt idx="5">
                  <c:v>1.4357311725616455</c:v>
                </c:pt>
                <c:pt idx="6">
                  <c:v>1.3565083742141724</c:v>
                </c:pt>
                <c:pt idx="7">
                  <c:v>1.252800464630127</c:v>
                </c:pt>
                <c:pt idx="8">
                  <c:v>1.5194743871688843</c:v>
                </c:pt>
                <c:pt idx="9">
                  <c:v>1.2733402252197266</c:v>
                </c:pt>
                <c:pt idx="10">
                  <c:v>1.3320759534835815</c:v>
                </c:pt>
                <c:pt idx="11">
                  <c:v>1.2384262084960938</c:v>
                </c:pt>
                <c:pt idx="12">
                  <c:v>1.331701636314392</c:v>
                </c:pt>
                <c:pt idx="13">
                  <c:v>1.3373163938522339</c:v>
                </c:pt>
                <c:pt idx="14">
                  <c:v>1.3059637546539307</c:v>
                </c:pt>
                <c:pt idx="15">
                  <c:v>1.2304404973983765</c:v>
                </c:pt>
                <c:pt idx="16">
                  <c:v>1.2504774332046509</c:v>
                </c:pt>
                <c:pt idx="17">
                  <c:v>1.3071314096450806</c:v>
                </c:pt>
                <c:pt idx="18">
                  <c:v>1.2650794982910156</c:v>
                </c:pt>
                <c:pt idx="19">
                  <c:v>1.3371632099151611</c:v>
                </c:pt>
                <c:pt idx="20">
                  <c:v>1.2505412101745605</c:v>
                </c:pt>
                <c:pt idx="21">
                  <c:v>1.217968463897705</c:v>
                </c:pt>
                <c:pt idx="22">
                  <c:v>1.229660987854004</c:v>
                </c:pt>
                <c:pt idx="23">
                  <c:v>1.2854982614517212</c:v>
                </c:pt>
                <c:pt idx="24">
                  <c:v>1.307376503944397</c:v>
                </c:pt>
                <c:pt idx="25">
                  <c:v>1.2500832080841064</c:v>
                </c:pt>
                <c:pt idx="26">
                  <c:v>1.186734914779663</c:v>
                </c:pt>
                <c:pt idx="27">
                  <c:v>1.2885030508041382</c:v>
                </c:pt>
                <c:pt idx="28">
                  <c:v>1.1829630136489868</c:v>
                </c:pt>
                <c:pt idx="29">
                  <c:v>1.203500747680664</c:v>
                </c:pt>
                <c:pt idx="30">
                  <c:v>1.2791751623153687</c:v>
                </c:pt>
                <c:pt idx="31">
                  <c:v>1.1560218334197998</c:v>
                </c:pt>
                <c:pt idx="32">
                  <c:v>1.2223567962646484</c:v>
                </c:pt>
                <c:pt idx="33">
                  <c:v>1.2153176069259644</c:v>
                </c:pt>
                <c:pt idx="34">
                  <c:v>1.265949010848999</c:v>
                </c:pt>
                <c:pt idx="35">
                  <c:v>1.1965259313583374</c:v>
                </c:pt>
                <c:pt idx="36">
                  <c:v>1.1170250177383423</c:v>
                </c:pt>
                <c:pt idx="37">
                  <c:v>1.2215557098388672</c:v>
                </c:pt>
                <c:pt idx="38">
                  <c:v>1.165437936782837</c:v>
                </c:pt>
                <c:pt idx="39">
                  <c:v>1.1495826244354248</c:v>
                </c:pt>
                <c:pt idx="40">
                  <c:v>1.1819376945495605</c:v>
                </c:pt>
                <c:pt idx="41">
                  <c:v>1.0881881713867188</c:v>
                </c:pt>
                <c:pt idx="42">
                  <c:v>1.1222528219223022</c:v>
                </c:pt>
                <c:pt idx="43">
                  <c:v>1.0755877494812012</c:v>
                </c:pt>
                <c:pt idx="44">
                  <c:v>1.0528324842453003</c:v>
                </c:pt>
                <c:pt idx="45">
                  <c:v>1.1442241668701172</c:v>
                </c:pt>
                <c:pt idx="46">
                  <c:v>1.013492465019226</c:v>
                </c:pt>
                <c:pt idx="47">
                  <c:v>1.0411361455917358</c:v>
                </c:pt>
                <c:pt idx="48">
                  <c:v>1.0412721633911133</c:v>
                </c:pt>
                <c:pt idx="49">
                  <c:v>1.0475513935089111</c:v>
                </c:pt>
                <c:pt idx="50">
                  <c:v>0.9948570728302002</c:v>
                </c:pt>
                <c:pt idx="51">
                  <c:v>1.005023717880249</c:v>
                </c:pt>
                <c:pt idx="52">
                  <c:v>1.0605255365371704</c:v>
                </c:pt>
                <c:pt idx="53">
                  <c:v>0.961317777633667</c:v>
                </c:pt>
                <c:pt idx="54">
                  <c:v>1.0024226903915405</c:v>
                </c:pt>
                <c:pt idx="55">
                  <c:v>1.0241470336914062</c:v>
                </c:pt>
                <c:pt idx="56">
                  <c:v>0.8706899285316467</c:v>
                </c:pt>
                <c:pt idx="57">
                  <c:v>0.9704888463020325</c:v>
                </c:pt>
                <c:pt idx="58">
                  <c:v>0.8054358959197998</c:v>
                </c:pt>
                <c:pt idx="59">
                  <c:v>0.9674917459487915</c:v>
                </c:pt>
                <c:pt idx="60">
                  <c:v>0.7438216805458069</c:v>
                </c:pt>
                <c:pt idx="61">
                  <c:v>0.7216938734054565</c:v>
                </c:pt>
                <c:pt idx="62">
                  <c:v>0.8003250956535339</c:v>
                </c:pt>
                <c:pt idx="63">
                  <c:v>0.8674685955047607</c:v>
                </c:pt>
                <c:pt idx="64">
                  <c:v>0.6158168315887451</c:v>
                </c:pt>
                <c:pt idx="65">
                  <c:v>0.6682757139205933</c:v>
                </c:pt>
                <c:pt idx="66">
                  <c:v>0.7302712202072144</c:v>
                </c:pt>
                <c:pt idx="67">
                  <c:v>0.8801192045211792</c:v>
                </c:pt>
                <c:pt idx="68">
                  <c:v>0.7808986902236938</c:v>
                </c:pt>
                <c:pt idx="69">
                  <c:v>0.6851008534431458</c:v>
                </c:pt>
                <c:pt idx="70">
                  <c:v>0.7181625962257385</c:v>
                </c:pt>
                <c:pt idx="71">
                  <c:v>0.6720817685127258</c:v>
                </c:pt>
                <c:pt idx="72">
                  <c:v>0.6625425219535828</c:v>
                </c:pt>
                <c:pt idx="73">
                  <c:v>0.9026575088500977</c:v>
                </c:pt>
                <c:pt idx="74">
                  <c:v>0.7012521624565125</c:v>
                </c:pt>
                <c:pt idx="75">
                  <c:v>0.576267421245575</c:v>
                </c:pt>
                <c:pt idx="76">
                  <c:v>0.6958467364311218</c:v>
                </c:pt>
                <c:pt idx="77">
                  <c:v>0.6293869018554688</c:v>
                </c:pt>
                <c:pt idx="78">
                  <c:v>0.7244704961776733</c:v>
                </c:pt>
                <c:pt idx="79">
                  <c:v>0.506386935710907</c:v>
                </c:pt>
                <c:pt idx="80">
                  <c:v>0.6705743670463562</c:v>
                </c:pt>
                <c:pt idx="81">
                  <c:v>0.6940733194351196</c:v>
                </c:pt>
                <c:pt idx="82">
                  <c:v>0.5925152897834778</c:v>
                </c:pt>
                <c:pt idx="83">
                  <c:v>0.4370642602443695</c:v>
                </c:pt>
                <c:pt idx="84">
                  <c:v>0.4757087230682373</c:v>
                </c:pt>
                <c:pt idx="85">
                  <c:v>0.7262538075447083</c:v>
                </c:pt>
                <c:pt idx="86">
                  <c:v>0.5676386952400208</c:v>
                </c:pt>
                <c:pt idx="87">
                  <c:v>0.6170207262039185</c:v>
                </c:pt>
                <c:pt idx="88">
                  <c:v>0.5042673945426941</c:v>
                </c:pt>
                <c:pt idx="89">
                  <c:v>0.440173864364624</c:v>
                </c:pt>
                <c:pt idx="90">
                  <c:v>0.42673876881599426</c:v>
                </c:pt>
                <c:pt idx="91">
                  <c:v>0.4895144999027252</c:v>
                </c:pt>
                <c:pt idx="92">
                  <c:v>0.7935603260993958</c:v>
                </c:pt>
                <c:pt idx="93">
                  <c:v>0.5427626371383667</c:v>
                </c:pt>
                <c:pt idx="94">
                  <c:v>0.5551331639289856</c:v>
                </c:pt>
                <c:pt idx="95">
                  <c:v>0.6209218502044678</c:v>
                </c:pt>
                <c:pt idx="96">
                  <c:v>0.5255848169326782</c:v>
                </c:pt>
                <c:pt idx="97">
                  <c:v>0.4417687952518463</c:v>
                </c:pt>
                <c:pt idx="98">
                  <c:v>0.5286199450492859</c:v>
                </c:pt>
                <c:pt idx="99">
                  <c:v>0.6228020787239075</c:v>
                </c:pt>
                <c:pt idx="100">
                  <c:v>0.49651235342025757</c:v>
                </c:pt>
                <c:pt idx="101">
                  <c:v>0.4003590941429138</c:v>
                </c:pt>
                <c:pt idx="102">
                  <c:v>0.4053182303905487</c:v>
                </c:pt>
                <c:pt idx="103">
                  <c:v>0.5210577249526978</c:v>
                </c:pt>
                <c:pt idx="104">
                  <c:v>0.5633171200752258</c:v>
                </c:pt>
                <c:pt idx="105">
                  <c:v>0.45053234696388245</c:v>
                </c:pt>
                <c:pt idx="106">
                  <c:v>0.5492932796478271</c:v>
                </c:pt>
                <c:pt idx="107">
                  <c:v>0.47815656661987305</c:v>
                </c:pt>
                <c:pt idx="108">
                  <c:v>0.5494276285171509</c:v>
                </c:pt>
                <c:pt idx="109">
                  <c:v>0.38743653893470764</c:v>
                </c:pt>
                <c:pt idx="110">
                  <c:v>0.4746885895729065</c:v>
                </c:pt>
                <c:pt idx="111">
                  <c:v>0.6328152418136597</c:v>
                </c:pt>
                <c:pt idx="112">
                  <c:v>0.5429799556732178</c:v>
                </c:pt>
                <c:pt idx="113">
                  <c:v>0.40027686953544617</c:v>
                </c:pt>
                <c:pt idx="114">
                  <c:v>0.5283844470977783</c:v>
                </c:pt>
                <c:pt idx="115">
                  <c:v>0.39793288707733154</c:v>
                </c:pt>
                <c:pt idx="116">
                  <c:v>0.4404173493385315</c:v>
                </c:pt>
                <c:pt idx="117">
                  <c:v>0.5121740102767944</c:v>
                </c:pt>
                <c:pt idx="118">
                  <c:v>0.5731610059738159</c:v>
                </c:pt>
                <c:pt idx="119">
                  <c:v>0.5426590442657471</c:v>
                </c:pt>
                <c:pt idx="120">
                  <c:v>0.5680711269378662</c:v>
                </c:pt>
                <c:pt idx="121">
                  <c:v>0.4569605588912964</c:v>
                </c:pt>
                <c:pt idx="122">
                  <c:v>0.47034817934036255</c:v>
                </c:pt>
                <c:pt idx="123">
                  <c:v>0.41362980008125305</c:v>
                </c:pt>
                <c:pt idx="124">
                  <c:v>0.277024507522583</c:v>
                </c:pt>
                <c:pt idx="125">
                  <c:v>0.4429630637168884</c:v>
                </c:pt>
                <c:pt idx="126">
                  <c:v>0.4789706766605377</c:v>
                </c:pt>
                <c:pt idx="127">
                  <c:v>0.33369913697242737</c:v>
                </c:pt>
                <c:pt idx="128">
                  <c:v>0.4174603819847107</c:v>
                </c:pt>
                <c:pt idx="129">
                  <c:v>0.28486984968185425</c:v>
                </c:pt>
                <c:pt idx="130">
                  <c:v>0.39277058839797974</c:v>
                </c:pt>
                <c:pt idx="131">
                  <c:v>0.3265286386013031</c:v>
                </c:pt>
                <c:pt idx="132">
                  <c:v>0.3989945948123932</c:v>
                </c:pt>
                <c:pt idx="133">
                  <c:v>0.458082914352417</c:v>
                </c:pt>
                <c:pt idx="134">
                  <c:v>0.4210624098777771</c:v>
                </c:pt>
                <c:pt idx="135">
                  <c:v>0.3008286654949188</c:v>
                </c:pt>
                <c:pt idx="136">
                  <c:v>0.3467192053794861</c:v>
                </c:pt>
                <c:pt idx="137">
                  <c:v>0.33319899439811707</c:v>
                </c:pt>
                <c:pt idx="138">
                  <c:v>0.41055262088775635</c:v>
                </c:pt>
                <c:pt idx="139">
                  <c:v>0.4121587574481964</c:v>
                </c:pt>
                <c:pt idx="140">
                  <c:v>0.3992982506752014</c:v>
                </c:pt>
                <c:pt idx="141">
                  <c:v>0.25365209579467773</c:v>
                </c:pt>
                <c:pt idx="142">
                  <c:v>0.5339560508728027</c:v>
                </c:pt>
                <c:pt idx="143">
                  <c:v>0.41845574975013733</c:v>
                </c:pt>
                <c:pt idx="144">
                  <c:v>0.5512003302574158</c:v>
                </c:pt>
                <c:pt idx="145">
                  <c:v>0.6220194697380066</c:v>
                </c:pt>
                <c:pt idx="146">
                  <c:v>0.4980643391609192</c:v>
                </c:pt>
                <c:pt idx="147">
                  <c:v>0.300197035074234</c:v>
                </c:pt>
                <c:pt idx="148">
                  <c:v>0.4010825455188751</c:v>
                </c:pt>
                <c:pt idx="149">
                  <c:v>0.48600900173187256</c:v>
                </c:pt>
                <c:pt idx="150">
                  <c:v>0.5985763072967529</c:v>
                </c:pt>
                <c:pt idx="151">
                  <c:v>0.5420645475387573</c:v>
                </c:pt>
                <c:pt idx="152">
                  <c:v>0.4472673535346985</c:v>
                </c:pt>
                <c:pt idx="153">
                  <c:v>0.37010976672172546</c:v>
                </c:pt>
                <c:pt idx="154">
                  <c:v>0.412883460521698</c:v>
                </c:pt>
                <c:pt idx="155">
                  <c:v>0.5303714275360107</c:v>
                </c:pt>
                <c:pt idx="156">
                  <c:v>0.35756322741508484</c:v>
                </c:pt>
                <c:pt idx="157">
                  <c:v>0.4494258165359497</c:v>
                </c:pt>
                <c:pt idx="158">
                  <c:v>0.2942168414592743</c:v>
                </c:pt>
                <c:pt idx="159">
                  <c:v>0.2428925633430481</c:v>
                </c:pt>
                <c:pt idx="160">
                  <c:v>0.3907972574234009</c:v>
                </c:pt>
                <c:pt idx="161">
                  <c:v>0.361945241689682</c:v>
                </c:pt>
                <c:pt idx="162">
                  <c:v>0.34257858991622925</c:v>
                </c:pt>
                <c:pt idx="163">
                  <c:v>0.3013395667076111</c:v>
                </c:pt>
                <c:pt idx="164">
                  <c:v>0.49613261222839355</c:v>
                </c:pt>
                <c:pt idx="165">
                  <c:v>0.4244040846824646</c:v>
                </c:pt>
                <c:pt idx="166">
                  <c:v>0.28745776414871216</c:v>
                </c:pt>
                <c:pt idx="167">
                  <c:v>0.3840872049331665</c:v>
                </c:pt>
                <c:pt idx="168">
                  <c:v>0.39906132221221924</c:v>
                </c:pt>
                <c:pt idx="169">
                  <c:v>0.3684556782245636</c:v>
                </c:pt>
                <c:pt idx="170">
                  <c:v>0.3180481791496277</c:v>
                </c:pt>
                <c:pt idx="171">
                  <c:v>0.3758540451526642</c:v>
                </c:pt>
                <c:pt idx="172">
                  <c:v>0.37695610523223877</c:v>
                </c:pt>
                <c:pt idx="173">
                  <c:v>0.4208378493785858</c:v>
                </c:pt>
                <c:pt idx="174">
                  <c:v>0.37275946140289307</c:v>
                </c:pt>
                <c:pt idx="175">
                  <c:v>0.32508769631385803</c:v>
                </c:pt>
                <c:pt idx="176">
                  <c:v>0.3423583209514618</c:v>
                </c:pt>
                <c:pt idx="177">
                  <c:v>0.2969907522201538</c:v>
                </c:pt>
                <c:pt idx="178">
                  <c:v>0.40334540605545044</c:v>
                </c:pt>
                <c:pt idx="179">
                  <c:v>0.2761480212211609</c:v>
                </c:pt>
                <c:pt idx="180">
                  <c:v>0.35134920477867126</c:v>
                </c:pt>
                <c:pt idx="181">
                  <c:v>0.3536730706691742</c:v>
                </c:pt>
                <c:pt idx="182">
                  <c:v>0.42120078206062317</c:v>
                </c:pt>
                <c:pt idx="183">
                  <c:v>0.4458978474140167</c:v>
                </c:pt>
                <c:pt idx="184">
                  <c:v>0.33503806591033936</c:v>
                </c:pt>
                <c:pt idx="185">
                  <c:v>0.3541510999202728</c:v>
                </c:pt>
                <c:pt idx="186">
                  <c:v>0.45738643407821655</c:v>
                </c:pt>
                <c:pt idx="187">
                  <c:v>0.4092797338962555</c:v>
                </c:pt>
                <c:pt idx="188">
                  <c:v>0.3843674957752228</c:v>
                </c:pt>
                <c:pt idx="189">
                  <c:v>0.31482622027397156</c:v>
                </c:pt>
                <c:pt idx="190">
                  <c:v>0.3755398988723755</c:v>
                </c:pt>
                <c:pt idx="191">
                  <c:v>0.45984578132629395</c:v>
                </c:pt>
                <c:pt idx="192">
                  <c:v>0.4228910803794861</c:v>
                </c:pt>
                <c:pt idx="193">
                  <c:v>0.32582709193229675</c:v>
                </c:pt>
                <c:pt idx="194">
                  <c:v>0.40240147709846497</c:v>
                </c:pt>
                <c:pt idx="195">
                  <c:v>0.2910860776901245</c:v>
                </c:pt>
                <c:pt idx="196">
                  <c:v>0.39708730578422546</c:v>
                </c:pt>
                <c:pt idx="197">
                  <c:v>0.3256818950176239</c:v>
                </c:pt>
                <c:pt idx="198">
                  <c:v>0.5256005525588989</c:v>
                </c:pt>
                <c:pt idx="199">
                  <c:v>0.549227237701416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bf16 head (ours)</c:v>
                </c:pt>
              </c:strCache>
            </c:strRef>
          </c:tx>
          <c:spPr>
            <a:solidFill>
              <a:srgbClr val="76B900"/>
            </a:solidFill>
            <a:ln w="1905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Sheet1!$C$2:$C$201</c:f>
              <c:numCache>
                <c:formatCode>General</c:formatCode>
                <c:ptCount val="200"/>
                <c:pt idx="0">
                  <c:v>1.465155005455017</c:v>
                </c:pt>
                <c:pt idx="1">
                  <c:v>1.527807354927063</c:v>
                </c:pt>
                <c:pt idx="2">
                  <c:v>1.3628437519073486</c:v>
                </c:pt>
                <c:pt idx="3">
                  <c:v>1.5220792293548584</c:v>
                </c:pt>
                <c:pt idx="4">
                  <c:v>1.4716393947601318</c:v>
                </c:pt>
                <c:pt idx="5">
                  <c:v>1.5187989473342896</c:v>
                </c:pt>
                <c:pt idx="6">
                  <c:v>1.4824644327163696</c:v>
                </c:pt>
                <c:pt idx="7">
                  <c:v>1.3255268335342407</c:v>
                </c:pt>
                <c:pt idx="8">
                  <c:v>1.4813257455825806</c:v>
                </c:pt>
                <c:pt idx="9">
                  <c:v>1.4202228784561157</c:v>
                </c:pt>
                <c:pt idx="10">
                  <c:v>1.491762399673462</c:v>
                </c:pt>
                <c:pt idx="11">
                  <c:v>1.399654507637024</c:v>
                </c:pt>
                <c:pt idx="12">
                  <c:v>1.3932831287384033</c:v>
                </c:pt>
                <c:pt idx="13">
                  <c:v>1.463102102279663</c:v>
                </c:pt>
                <c:pt idx="14">
                  <c:v>1.4037917852401733</c:v>
                </c:pt>
                <c:pt idx="15">
                  <c:v>1.3404589891433716</c:v>
                </c:pt>
                <c:pt idx="16">
                  <c:v>1.4142731428146362</c:v>
                </c:pt>
                <c:pt idx="17">
                  <c:v>1.4359033107757568</c:v>
                </c:pt>
                <c:pt idx="18">
                  <c:v>1.345100998878479</c:v>
                </c:pt>
                <c:pt idx="19">
                  <c:v>1.4391796588897705</c:v>
                </c:pt>
                <c:pt idx="20">
                  <c:v>1.3422189950942993</c:v>
                </c:pt>
                <c:pt idx="21">
                  <c:v>1.1635000705718994</c:v>
                </c:pt>
                <c:pt idx="22">
                  <c:v>1.1843440532684326</c:v>
                </c:pt>
                <c:pt idx="23">
                  <c:v>1.2705446481704712</c:v>
                </c:pt>
                <c:pt idx="24">
                  <c:v>1.2976986169815063</c:v>
                </c:pt>
                <c:pt idx="25">
                  <c:v>1.191056728363037</c:v>
                </c:pt>
                <c:pt idx="26">
                  <c:v>1.223349928855896</c:v>
                </c:pt>
                <c:pt idx="27">
                  <c:v>1.2169265747070312</c:v>
                </c:pt>
                <c:pt idx="28">
                  <c:v>1.1450639963150024</c:v>
                </c:pt>
                <c:pt idx="29">
                  <c:v>1.2156018018722534</c:v>
                </c:pt>
                <c:pt idx="30">
                  <c:v>1.304185390472412</c:v>
                </c:pt>
                <c:pt idx="31">
                  <c:v>1.3705390691757202</c:v>
                </c:pt>
                <c:pt idx="32">
                  <c:v>1.3352845907211304</c:v>
                </c:pt>
                <c:pt idx="33">
                  <c:v>1.3373385667800903</c:v>
                </c:pt>
                <c:pt idx="34">
                  <c:v>1.4037827253341675</c:v>
                </c:pt>
                <c:pt idx="35">
                  <c:v>1.38241708278656</c:v>
                </c:pt>
                <c:pt idx="36">
                  <c:v>1.1816176176071167</c:v>
                </c:pt>
                <c:pt idx="37">
                  <c:v>1.2873611450195312</c:v>
                </c:pt>
                <c:pt idx="38">
                  <c:v>1.23562753200531</c:v>
                </c:pt>
                <c:pt idx="39">
                  <c:v>1.2019615173339844</c:v>
                </c:pt>
                <c:pt idx="40">
                  <c:v>1.219366431236267</c:v>
                </c:pt>
                <c:pt idx="41">
                  <c:v>1.074249267578125</c:v>
                </c:pt>
                <c:pt idx="42">
                  <c:v>1.1439054012298584</c:v>
                </c:pt>
                <c:pt idx="43">
                  <c:v>1.0747532844543457</c:v>
                </c:pt>
                <c:pt idx="44">
                  <c:v>1.1052860021591187</c:v>
                </c:pt>
                <c:pt idx="45">
                  <c:v>1.1588023900985718</c:v>
                </c:pt>
                <c:pt idx="46">
                  <c:v>1.0616199970245361</c:v>
                </c:pt>
                <c:pt idx="47">
                  <c:v>1.0234163999557495</c:v>
                </c:pt>
                <c:pt idx="48">
                  <c:v>1.08656907081604</c:v>
                </c:pt>
                <c:pt idx="49">
                  <c:v>1.1343998908996582</c:v>
                </c:pt>
                <c:pt idx="50">
                  <c:v>1.0879141092300415</c:v>
                </c:pt>
                <c:pt idx="51">
                  <c:v>1.056355357170105</c:v>
                </c:pt>
                <c:pt idx="52">
                  <c:v>1.0624960660934448</c:v>
                </c:pt>
                <c:pt idx="53">
                  <c:v>0.99652099609375</c:v>
                </c:pt>
                <c:pt idx="54">
                  <c:v>1.0177422761917114</c:v>
                </c:pt>
                <c:pt idx="55">
                  <c:v>1.08455228805542</c:v>
                </c:pt>
                <c:pt idx="56">
                  <c:v>0.8973181843757629</c:v>
                </c:pt>
                <c:pt idx="57">
                  <c:v>1.0486016273498535</c:v>
                </c:pt>
                <c:pt idx="58">
                  <c:v>0.8536514043807983</c:v>
                </c:pt>
                <c:pt idx="59">
                  <c:v>0.9738008379936218</c:v>
                </c:pt>
                <c:pt idx="60">
                  <c:v>0.7710896134376526</c:v>
                </c:pt>
                <c:pt idx="61">
                  <c:v>0.754205048084259</c:v>
                </c:pt>
                <c:pt idx="62">
                  <c:v>0.8546945452690125</c:v>
                </c:pt>
                <c:pt idx="63">
                  <c:v>0.9045367240905762</c:v>
                </c:pt>
                <c:pt idx="64">
                  <c:v>0.680715024471283</c:v>
                </c:pt>
                <c:pt idx="65">
                  <c:v>0.7250732183456421</c:v>
                </c:pt>
                <c:pt idx="66">
                  <c:v>0.7675344347953796</c:v>
                </c:pt>
                <c:pt idx="67">
                  <c:v>0.8586694002151489</c:v>
                </c:pt>
                <c:pt idx="68">
                  <c:v>0.8278751969337463</c:v>
                </c:pt>
                <c:pt idx="69">
                  <c:v>0.7105873823165894</c:v>
                </c:pt>
                <c:pt idx="70">
                  <c:v>0.7219622731208801</c:v>
                </c:pt>
                <c:pt idx="71">
                  <c:v>0.7096927165985107</c:v>
                </c:pt>
                <c:pt idx="72">
                  <c:v>0.7293614149093628</c:v>
                </c:pt>
                <c:pt idx="73">
                  <c:v>0.8888590931892395</c:v>
                </c:pt>
                <c:pt idx="74">
                  <c:v>0.7104019522666931</c:v>
                </c:pt>
                <c:pt idx="75">
                  <c:v>0.596458375453949</c:v>
                </c:pt>
                <c:pt idx="76">
                  <c:v>0.682534396648407</c:v>
                </c:pt>
                <c:pt idx="77">
                  <c:v>0.6755549907684326</c:v>
                </c:pt>
                <c:pt idx="78">
                  <c:v>0.7193437814712524</c:v>
                </c:pt>
                <c:pt idx="79">
                  <c:v>0.4839799404144287</c:v>
                </c:pt>
                <c:pt idx="80">
                  <c:v>0.6186338663101196</c:v>
                </c:pt>
                <c:pt idx="81">
                  <c:v>0.7172577977180481</c:v>
                </c:pt>
                <c:pt idx="82">
                  <c:v>0.5846574902534485</c:v>
                </c:pt>
                <c:pt idx="83">
                  <c:v>0.4026309549808502</c:v>
                </c:pt>
                <c:pt idx="84">
                  <c:v>0.5094608664512634</c:v>
                </c:pt>
                <c:pt idx="85">
                  <c:v>0.7257950901985168</c:v>
                </c:pt>
                <c:pt idx="86">
                  <c:v>0.6342362761497498</c:v>
                </c:pt>
                <c:pt idx="87">
                  <c:v>0.619391143321991</c:v>
                </c:pt>
                <c:pt idx="88">
                  <c:v>0.5479902029037476</c:v>
                </c:pt>
                <c:pt idx="89">
                  <c:v>0.4767726957798004</c:v>
                </c:pt>
                <c:pt idx="90">
                  <c:v>0.4450841248035431</c:v>
                </c:pt>
                <c:pt idx="91">
                  <c:v>0.4809007942676544</c:v>
                </c:pt>
                <c:pt idx="92">
                  <c:v>0.7850342392921448</c:v>
                </c:pt>
                <c:pt idx="93">
                  <c:v>0.5081256628036499</c:v>
                </c:pt>
                <c:pt idx="94">
                  <c:v>0.5720846056938171</c:v>
                </c:pt>
                <c:pt idx="95">
                  <c:v>0.6291945576667786</c:v>
                </c:pt>
                <c:pt idx="96">
                  <c:v>0.520616888999939</c:v>
                </c:pt>
                <c:pt idx="97">
                  <c:v>0.4715297520160675</c:v>
                </c:pt>
                <c:pt idx="98">
                  <c:v>0.5869253873825073</c:v>
                </c:pt>
                <c:pt idx="99">
                  <c:v>0.6197689771652222</c:v>
                </c:pt>
                <c:pt idx="100">
                  <c:v>0.4962628483772278</c:v>
                </c:pt>
                <c:pt idx="101">
                  <c:v>0.41832593083381653</c:v>
                </c:pt>
                <c:pt idx="102">
                  <c:v>0.42151695489883423</c:v>
                </c:pt>
                <c:pt idx="103">
                  <c:v>0.5117307305335999</c:v>
                </c:pt>
                <c:pt idx="104">
                  <c:v>0.6144604086875916</c:v>
                </c:pt>
                <c:pt idx="105">
                  <c:v>0.4910159409046173</c:v>
                </c:pt>
                <c:pt idx="106">
                  <c:v>0.5178858041763306</c:v>
                </c:pt>
                <c:pt idx="107">
                  <c:v>0.49383240938186646</c:v>
                </c:pt>
                <c:pt idx="108">
                  <c:v>0.5756239891052246</c:v>
                </c:pt>
                <c:pt idx="109">
                  <c:v>0.38393256068229675</c:v>
                </c:pt>
                <c:pt idx="110">
                  <c:v>0.46590739488601685</c:v>
                </c:pt>
                <c:pt idx="111">
                  <c:v>0.6281192302703857</c:v>
                </c:pt>
                <c:pt idx="112">
                  <c:v>0.5689648389816284</c:v>
                </c:pt>
                <c:pt idx="113">
                  <c:v>0.42764970660209656</c:v>
                </c:pt>
                <c:pt idx="114">
                  <c:v>0.5116689801216125</c:v>
                </c:pt>
                <c:pt idx="115">
                  <c:v>0.4103582501411438</c:v>
                </c:pt>
                <c:pt idx="116">
                  <c:v>0.4663859009742737</c:v>
                </c:pt>
                <c:pt idx="117">
                  <c:v>0.509663999080658</c:v>
                </c:pt>
                <c:pt idx="118">
                  <c:v>0.5823853015899658</c:v>
                </c:pt>
                <c:pt idx="119">
                  <c:v>0.5869860649108887</c:v>
                </c:pt>
                <c:pt idx="120">
                  <c:v>0.5985053181648254</c:v>
                </c:pt>
                <c:pt idx="121">
                  <c:v>0.5091955661773682</c:v>
                </c:pt>
                <c:pt idx="122">
                  <c:v>0.5158333778381348</c:v>
                </c:pt>
                <c:pt idx="123">
                  <c:v>0.5115501284599304</c:v>
                </c:pt>
                <c:pt idx="124">
                  <c:v>0.3136970102787018</c:v>
                </c:pt>
                <c:pt idx="125">
                  <c:v>0.472554475069046</c:v>
                </c:pt>
                <c:pt idx="126">
                  <c:v>0.531713604927063</c:v>
                </c:pt>
                <c:pt idx="127">
                  <c:v>0.38213256001472473</c:v>
                </c:pt>
                <c:pt idx="128">
                  <c:v>0.4093846082687378</c:v>
                </c:pt>
                <c:pt idx="129">
                  <c:v>0.34901130199432373</c:v>
                </c:pt>
                <c:pt idx="130">
                  <c:v>0.40694695711135864</c:v>
                </c:pt>
                <c:pt idx="131">
                  <c:v>0.35102954506874084</c:v>
                </c:pt>
                <c:pt idx="132">
                  <c:v>0.41812950372695923</c:v>
                </c:pt>
                <c:pt idx="133">
                  <c:v>0.48658615350723267</c:v>
                </c:pt>
                <c:pt idx="134">
                  <c:v>0.43211960792541504</c:v>
                </c:pt>
                <c:pt idx="135">
                  <c:v>0.37473809719085693</c:v>
                </c:pt>
                <c:pt idx="136">
                  <c:v>0.33452707529067993</c:v>
                </c:pt>
                <c:pt idx="137">
                  <c:v>0.3288687765598297</c:v>
                </c:pt>
                <c:pt idx="138">
                  <c:v>0.4246358275413513</c:v>
                </c:pt>
                <c:pt idx="139">
                  <c:v>0.3815311789512634</c:v>
                </c:pt>
                <c:pt idx="140">
                  <c:v>0.4051056206226349</c:v>
                </c:pt>
                <c:pt idx="141">
                  <c:v>0.31288713216781616</c:v>
                </c:pt>
                <c:pt idx="142">
                  <c:v>0.5543596744537354</c:v>
                </c:pt>
                <c:pt idx="143">
                  <c:v>0.45895567536354065</c:v>
                </c:pt>
                <c:pt idx="144">
                  <c:v>0.5271095037460327</c:v>
                </c:pt>
                <c:pt idx="145">
                  <c:v>0.5404824018478394</c:v>
                </c:pt>
                <c:pt idx="146">
                  <c:v>0.5058889389038086</c:v>
                </c:pt>
                <c:pt idx="147">
                  <c:v>0.3063453435897827</c:v>
                </c:pt>
                <c:pt idx="148">
                  <c:v>0.4148329198360443</c:v>
                </c:pt>
                <c:pt idx="149">
                  <c:v>0.45329463481903076</c:v>
                </c:pt>
                <c:pt idx="150">
                  <c:v>0.6577685475349426</c:v>
                </c:pt>
                <c:pt idx="151">
                  <c:v>0.533800482749939</c:v>
                </c:pt>
                <c:pt idx="152">
                  <c:v>0.4096551239490509</c:v>
                </c:pt>
                <c:pt idx="153">
                  <c:v>0.3777805268764496</c:v>
                </c:pt>
                <c:pt idx="154">
                  <c:v>0.41307809948921204</c:v>
                </c:pt>
                <c:pt idx="155">
                  <c:v>0.5235664248466492</c:v>
                </c:pt>
                <c:pt idx="156">
                  <c:v>0.3221065104007721</c:v>
                </c:pt>
                <c:pt idx="157">
                  <c:v>0.3986315131187439</c:v>
                </c:pt>
                <c:pt idx="158">
                  <c:v>0.30904680490493774</c:v>
                </c:pt>
                <c:pt idx="159">
                  <c:v>0.2613060474395752</c:v>
                </c:pt>
                <c:pt idx="160">
                  <c:v>0.3940429985523224</c:v>
                </c:pt>
                <c:pt idx="161">
                  <c:v>0.3984295427799225</c:v>
                </c:pt>
                <c:pt idx="162">
                  <c:v>0.344331830739975</c:v>
                </c:pt>
                <c:pt idx="163">
                  <c:v>0.304464727640152</c:v>
                </c:pt>
                <c:pt idx="164">
                  <c:v>0.4461105763912201</c:v>
                </c:pt>
                <c:pt idx="165">
                  <c:v>0.4146499037742615</c:v>
                </c:pt>
                <c:pt idx="166">
                  <c:v>0.316840797662735</c:v>
                </c:pt>
                <c:pt idx="167">
                  <c:v>0.398360937833786</c:v>
                </c:pt>
                <c:pt idx="168">
                  <c:v>0.3579205274581909</c:v>
                </c:pt>
                <c:pt idx="169">
                  <c:v>0.3704286515712738</c:v>
                </c:pt>
                <c:pt idx="170">
                  <c:v>0.3166147768497467</c:v>
                </c:pt>
                <c:pt idx="171">
                  <c:v>0.3747732937335968</c:v>
                </c:pt>
                <c:pt idx="172">
                  <c:v>0.34969809651374817</c:v>
                </c:pt>
                <c:pt idx="173">
                  <c:v>0.4294351637363434</c:v>
                </c:pt>
                <c:pt idx="174">
                  <c:v>0.38716256618499756</c:v>
                </c:pt>
                <c:pt idx="175">
                  <c:v>0.3348636031150818</c:v>
                </c:pt>
                <c:pt idx="176">
                  <c:v>0.3218022882938385</c:v>
                </c:pt>
                <c:pt idx="177">
                  <c:v>0.3057154715061188</c:v>
                </c:pt>
                <c:pt idx="178">
                  <c:v>0.41044870018959045</c:v>
                </c:pt>
                <c:pt idx="179">
                  <c:v>0.2848285436630249</c:v>
                </c:pt>
                <c:pt idx="180">
                  <c:v>0.3626764416694641</c:v>
                </c:pt>
                <c:pt idx="181">
                  <c:v>0.38770726323127747</c:v>
                </c:pt>
                <c:pt idx="182">
                  <c:v>0.39427539706230164</c:v>
                </c:pt>
                <c:pt idx="183">
                  <c:v>0.4490029811859131</c:v>
                </c:pt>
                <c:pt idx="184">
                  <c:v>0.3346365988254547</c:v>
                </c:pt>
                <c:pt idx="185">
                  <c:v>0.3602866530418396</c:v>
                </c:pt>
                <c:pt idx="186">
                  <c:v>0.40346115827560425</c:v>
                </c:pt>
                <c:pt idx="187">
                  <c:v>0.37242522835731506</c:v>
                </c:pt>
                <c:pt idx="188">
                  <c:v>0.3671019971370697</c:v>
                </c:pt>
                <c:pt idx="189">
                  <c:v>0.31144633889198303</c:v>
                </c:pt>
                <c:pt idx="190">
                  <c:v>0.37649238109588623</c:v>
                </c:pt>
                <c:pt idx="191">
                  <c:v>0.4047149419784546</c:v>
                </c:pt>
                <c:pt idx="192">
                  <c:v>0.4507423937320709</c:v>
                </c:pt>
                <c:pt idx="193">
                  <c:v>0.35981786251068115</c:v>
                </c:pt>
                <c:pt idx="194">
                  <c:v>0.39086049795150757</c:v>
                </c:pt>
                <c:pt idx="195">
                  <c:v>0.2534463405609131</c:v>
                </c:pt>
                <c:pt idx="196">
                  <c:v>0.43365147709846497</c:v>
                </c:pt>
                <c:pt idx="197">
                  <c:v>0.38471686840057373</c:v>
                </c:pt>
                <c:pt idx="198">
                  <c:v>0.47391095757484436</c:v>
                </c:pt>
                <c:pt idx="199">
                  <c:v>0.5325895547866821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5E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from the NVTX-instrumented baseline re-capture (qwenpi_baseline_nvtx, viking-prod-303, train_step_33, 807 ms, bs 8/GPU). Both strips use the GPU-execution clock: kernels attributed to phases/modules by their CPU launch window (correlationId join).
CPU-side forward() returns at 225 ms - the GPU is still executing DiT forward kernels until 309 ms (eager launch-ahead). That is why phases here are defined on GPU execution, not CPU ranges.
Qwen3.5 bwd:fwd busy = 123:50 = 2.46x, matching theory (GEMM exactly 1.94x). The SPAN ratio is only 1.18x because forward is launch-starved: occupancy 34% vs 70% in backward (Python-side launches vs C++ autograd).
Module bands = GPU execution spans, attributed by launch-window correlation (kernels joined to their CPU launch time via correlationId). GPU busy inside the bands: Qwen3.5 fwd 50 ms, DiT fwd 120 ms, DiT bwd 224 ms, Qwen3.5 bwd 123 ms - DiT owns 43% of all GPU busy time.
Rows 2+3 land as one ladder level (pipeline &amp; caching, -117 ms); row 5 combines bucket sizing (PR11) and the redundant-flatten removal (PR12); row 6 covers the two config-level fixes.
[IMPORTANT] Key message: every fix in this deck was first SEEN here as a trace shape or a measured kernel cost - problems first, solutions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is a separate 60-step run at that cumulative level; bars show ACTUAL step time, not deltas. The next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Kernel classes measured on the instrumented baseline capture (qwenpi_baseline_nvtx).
Loss curves: 200-step same-seed A/B (qwenpi_opt1_fp32_200 vs qwenpi_opt1_bf16_200). Task-level accuracy is validated customer-side; loss trajectory is our correctness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sync points are CPU work serialized inside forward: data parsing at the top, ViT rotary/positional embedding, and MRoPE position ids between ViT and decoder.
Stall sizes from the instrumented baseline; the timeline is a schematic, proportions follow the trace.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Idle quantification from the instrumented baseline: 205 ms/step total idle - ~40 ms preprocessing gap at step start, plus sync stalls and launch gaps.
Schematic is illustrative; proportions follow the measured trace (preprocess ~40 ms of a 807 ms step at baseline, fully hidden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Baseline: qwenpi_baseline_nvtx train_step_33; optimized: milestone1 train_step_48. Launch-window attribution both sides.
[IMPORTANT] This page motivates graphs with the customer's own trace numbers; the next page is the design and the 4-vs-1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- verified fullgraph fwd+bwd and unchanged loss trajectory.
If pressed on details: a whole-stack compile also fails outright here (fla graph-breaks fragment it into cudagraph partitions sharing one memory pool, whose allocator checkpointing collides with ZeRO-2 hook NCCL allocations - crash on torch 2.6 and 2.7.1). Keep it at 'engineering constraints' unless the audience digs.
Group size 8 = measured sweet spot; 4 replays vs 1 costs microseconds.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Ledger method: exposed comm = NCCL busy while no compute kernel runs; idle = nothing on any stream.
Remaining exposed comm is gradient-readiness-bound, not hook- or bandwidth-bound — verified by intervention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anchor: what we did NOT ship is as evidence-based as what we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shipped is one MR per optimization with measured before/after — the repo history is the reproducibility story.
[IMPORTANT] Close: 3.2x is banked; the roadmap above is how we keep going.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249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23.1%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1.7×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(NVLink), 60 steps, steady-state p50 of steps 21–44, per-GPU batch 8 unless noted.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22026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on the GPU-execution clock (807 ms, bs 8/GPU) — five problems, five fixes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309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409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+ AG 89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125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· AG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Text 173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6" name="Text 174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4" name="Text 192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3855637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69579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2" name="Shape 200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6" name="Shape 204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8" name="Text 206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9" name="Shape 207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0" name="Text 208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2" name="Text 210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4" name="Text 212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5" name="Shape 213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6" name="Text 214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1508760" y="2898648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in bands: prep 0, Qwen3.5 50, DiT 120 | DiT 224, Qwen3.5 123, optim 26 ms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 @ 8 µs median; occupancy fwd 34% vs bwd 70%; idle 205 ms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9" name="Text 21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0" name="Text 21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61274"/>
            <a:ext cx="914400" cy="1696326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70524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410130"/>
            <a:ext cx="914400" cy="12474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21540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428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497569"/>
            <a:ext cx="914400" cy="116003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24153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867730"/>
            <a:ext cx="914400" cy="7898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6116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931852"/>
            <a:ext cx="914400" cy="7257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6758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Cumulative levels re-measured per step with nsys attached on rank 0 (~5% overhead). The torch 2.7.1 + NCCL 2.26.2 environment upgrade landed between the bf16 and pipeline levels and is folded into the Pipeline bar. Final 249 ms = clean steady-state p50 of merged main.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1 · bf16 Action Head: −218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582 ms.  One config knob — and numerically a no-op for training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(baseline step, 543 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1920240" cy="182880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6" name="Text 4"/>
          <p:cNvSpPr/>
          <p:nvPr/>
        </p:nvSpPr>
        <p:spPr>
          <a:xfrm>
            <a:off x="2432304" y="15819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201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9222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fp32 GEMM — all from the action head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120373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" name="Text 7"/>
          <p:cNvSpPr/>
          <p:nvPr/>
        </p:nvSpPr>
        <p:spPr>
          <a:xfrm>
            <a:off x="1715797" y="19293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126 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3969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(fla/GDN, embeddings, misc)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974450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2" name="Text 10"/>
          <p:cNvSpPr/>
          <p:nvPr/>
        </p:nvSpPr>
        <p:spPr>
          <a:xfrm>
            <a:off x="1486514" y="2276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102 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/ reduce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630527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91" y="2624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66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 (Qwen3.5)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25794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8" name="Text 16"/>
          <p:cNvSpPr/>
          <p:nvPr/>
        </p:nvSpPr>
        <p:spPr>
          <a:xfrm>
            <a:off x="770007" y="2971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 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8211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copy / gather / cat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210176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21" name="Text 19"/>
          <p:cNvSpPr/>
          <p:nvPr/>
        </p:nvSpPr>
        <p:spPr>
          <a:xfrm>
            <a:off x="722240" y="3319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22 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52958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kernels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730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37% of all GPU math is fp32 </a:t>
            </a:r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— all of it from the 2.96B DiT outside the bf16 autocast region.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seed, 200 steps: loss is unchanged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754880" y="160020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4754880" y="3730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loss, training steps 1 → 200 · mean per-step |Δ| = 0.04 (run-to-run noise floor) · final: 0.549 vs 0.533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57200" y="4041648"/>
            <a:ext cx="54864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0416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was it fp32 at all? 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Inherited caution for diffusion numerics. Only the timestep embedding and the loss math need fp32 — we kept exactly those in fp32 and moved the transformer body to bf16 (dit_dtype knob, one-line rollback).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 Points: Where the CPU Blocks the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Four CPU round-trips hide inside every baseline training step</a:t>
            </a:r>
            <a:endParaRPr lang="en-US" sz="1500" dirty="0"/>
          </a:p>
        </p:txBody>
      </p:sp>
      <p:pic>
        <p:nvPicPr>
          <p:cNvPr id="4" name="Image 0" descr="/work/tikz-sync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316" y="1280160"/>
            <a:ext cx="5871367" cy="2103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958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234440" y="3529584"/>
            <a:ext cx="731520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4"/>
          <p:cNvSpPr/>
          <p:nvPr/>
        </p:nvSpPr>
        <p:spPr>
          <a:xfrm>
            <a:off x="1234440" y="3547872"/>
            <a:ext cx="336499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Shape 5"/>
          <p:cNvSpPr/>
          <p:nvPr/>
        </p:nvSpPr>
        <p:spPr>
          <a:xfrm>
            <a:off x="1570939" y="3547872"/>
            <a:ext cx="3950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6"/>
          <p:cNvSpPr/>
          <p:nvPr/>
        </p:nvSpPr>
        <p:spPr>
          <a:xfrm>
            <a:off x="1965960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7"/>
          <p:cNvSpPr/>
          <p:nvPr/>
        </p:nvSpPr>
        <p:spPr>
          <a:xfrm>
            <a:off x="2075688" y="3547872"/>
            <a:ext cx="40233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8"/>
          <p:cNvSpPr/>
          <p:nvPr/>
        </p:nvSpPr>
        <p:spPr>
          <a:xfrm>
            <a:off x="2478024" y="3547872"/>
            <a:ext cx="117043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Shape 9"/>
          <p:cNvSpPr/>
          <p:nvPr/>
        </p:nvSpPr>
        <p:spPr>
          <a:xfrm>
            <a:off x="2595067" y="3547872"/>
            <a:ext cx="13094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Shape 10"/>
          <p:cNvSpPr/>
          <p:nvPr/>
        </p:nvSpPr>
        <p:spPr>
          <a:xfrm>
            <a:off x="3904488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4" name="Shape 11"/>
          <p:cNvSpPr/>
          <p:nvPr/>
        </p:nvSpPr>
        <p:spPr>
          <a:xfrm>
            <a:off x="4160520" y="3547872"/>
            <a:ext cx="351129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2"/>
          <p:cNvSpPr/>
          <p:nvPr/>
        </p:nvSpPr>
        <p:spPr>
          <a:xfrm>
            <a:off x="8037576" y="3547872"/>
            <a:ext cx="292608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1329538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94401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46339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82542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34440" y="38404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(807 ms, schematic) — red = GPU stalled on CPU work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40080" y="40416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Measured: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stall 1 ≈ 37 ms at every step start; stall 3 ≈ 13 ms; stall 4 drains the launch pipeline twice per step — together seeding the 205 ms/step of GPU idle. The next page removes all four.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5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Removing the Sync Points: −117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 → 428 ms.  Every CPU round-trip moves off the critical path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Before — everything serialized inside forward()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32588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~40 ms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4485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8"/>
          <p:cNvSpPr/>
          <p:nvPr/>
        </p:nvSpPr>
        <p:spPr>
          <a:xfrm>
            <a:off x="301066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Shape 9"/>
          <p:cNvSpPr/>
          <p:nvPr/>
        </p:nvSpPr>
        <p:spPr>
          <a:xfrm>
            <a:off x="3868369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2588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3587" y="1865376"/>
            <a:ext cx="1531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2588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52164" y="2176272"/>
            <a:ext cx="24505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— CPU work overlaps the previous step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workers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2356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batch N+1 (8 DataLoader workers, pinned)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2356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9" name="Shape 27"/>
          <p:cNvSpPr/>
          <p:nvPr/>
        </p:nvSpPr>
        <p:spPr>
          <a:xfrm>
            <a:off x="5623560" y="1865376"/>
            <a:ext cx="18379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Text 33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859725" y="2176272"/>
            <a:ext cx="39822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2505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 = per-step syncs (loss readback, DS timers, mm-merge check): each one drains the launch pipeline and strands the GPU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6148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0116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workers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(image patches + tokenize) runs in 8 workers, overlapped with the previous step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off the critical path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stream, overlaps the ZeRO-2 optimizer tail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upload hidden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device syncs / step removed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CPU, cached by image grid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+ Mixed attention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FA2 varlen (16 images / kernel); text stays SDPA — full FA2 measured slower at seq 192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−30 ms (428 → 398)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CUDA Graphs: Launch-Bound Forward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Anatomy of the Qwen3.5 forward — same math, very different wall clock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99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(eager)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50 ms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Text 6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98 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02752" y="14173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148 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20240" y="181965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3,929 kernel launches · 19.1 ms of cudaLaunchKernel CPU time · occupancy 34%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2677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(CUDA Graphs)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37 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5" name="Text 13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28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395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65 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26883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 graph launches + 736 eager · 9.4 ms launch CPU · occupancy 57%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920240" y="2907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2.3× 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forward wall clock — with 81% fewer launches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200" y="33467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 eager op costs 30–60 µs of Python dispatch + launch; the median kernel runs 8 µs — the GPU finishes before the CPU can feed the next 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suffers far less (C++ autograd engine, occupancy 70%) — forward is where launch overhead bites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CUDA Graph replays an entire 8-layer group as ONE cudaGraphLaunch — per-op dispatch leaves the critical path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Busy also shrinks 50 → 37 ms (mixed attention + fusion); the split isolates the launch effect. Windows: baseline Qwen3.5 fwd vs merged-main VLM fwd, same launch-window accounting.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— and Why Four, Not 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 → 271 ms (−126).  Capture once, replay every step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291962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206362" y="1371600"/>
            <a:ext cx="44804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Static shapes (pad-192) make capture possible; vision tower = 1 graph, DiT = torch.compile reduce-overhead, merge stays sync-free eager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206362" y="1874520"/>
            <a:ext cx="44804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is the decoder FOUR graphs, not one?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206362" y="2139696"/>
            <a:ext cx="44804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DeepSpeed's compute-comm overlap must survive: 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AllReduce hooks fire only BETWEEN replays — never inside one.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206362" y="2542032"/>
            <a:ext cx="44804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 graphs — AllReduce overlaps the group replays: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206362" y="274320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4206362" y="2907792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4709282" y="2743200"/>
            <a:ext cx="3931798" cy="14630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Shape 9"/>
          <p:cNvSpPr/>
          <p:nvPr/>
        </p:nvSpPr>
        <p:spPr>
          <a:xfrm>
            <a:off x="4709282" y="2907792"/>
            <a:ext cx="3931798" cy="14630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3" name="Shape 10"/>
          <p:cNvSpPr/>
          <p:nvPr/>
        </p:nvSpPr>
        <p:spPr>
          <a:xfrm>
            <a:off x="4709282" y="2752344"/>
            <a:ext cx="707724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Text 11"/>
          <p:cNvSpPr/>
          <p:nvPr/>
        </p:nvSpPr>
        <p:spPr>
          <a:xfrm>
            <a:off x="4709282" y="2743200"/>
            <a:ext cx="7077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G4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5495642" y="2752344"/>
            <a:ext cx="707724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5495642" y="2743200"/>
            <a:ext cx="7077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G3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6282001" y="2752344"/>
            <a:ext cx="707724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82001" y="2743200"/>
            <a:ext cx="7077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G2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7068361" y="2752344"/>
            <a:ext cx="707724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7"/>
          <p:cNvSpPr/>
          <p:nvPr/>
        </p:nvSpPr>
        <p:spPr>
          <a:xfrm>
            <a:off x="7068361" y="2743200"/>
            <a:ext cx="7077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G1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5456324" y="2916936"/>
            <a:ext cx="589770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Shape 19"/>
          <p:cNvSpPr/>
          <p:nvPr/>
        </p:nvSpPr>
        <p:spPr>
          <a:xfrm>
            <a:off x="6242683" y="2916936"/>
            <a:ext cx="589770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3" name="Shape 20"/>
          <p:cNvSpPr/>
          <p:nvPr/>
        </p:nvSpPr>
        <p:spPr>
          <a:xfrm>
            <a:off x="7029043" y="2916936"/>
            <a:ext cx="589770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4" name="Shape 21"/>
          <p:cNvSpPr/>
          <p:nvPr/>
        </p:nvSpPr>
        <p:spPr>
          <a:xfrm>
            <a:off x="7815402" y="2916936"/>
            <a:ext cx="275226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5" name="Shape 22"/>
          <p:cNvSpPr/>
          <p:nvPr/>
        </p:nvSpPr>
        <p:spPr>
          <a:xfrm>
            <a:off x="8090628" y="2724912"/>
            <a:ext cx="0" cy="365760"/>
          </a:xfrm>
          <a:prstGeom prst="line">
            <a:avLst/>
          </a:prstGeom>
          <a:noFill/>
          <a:ln w="19050">
            <a:solidFill>
              <a:srgbClr val="890C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206362" y="3108960"/>
            <a:ext cx="44804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 graph — every AllReduce waits for the whole backward: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206362" y="331012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4206362" y="347472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4709282" y="3310128"/>
            <a:ext cx="3931798" cy="14630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0" name="Shape 27"/>
          <p:cNvSpPr/>
          <p:nvPr/>
        </p:nvSpPr>
        <p:spPr>
          <a:xfrm>
            <a:off x="4709282" y="3474720"/>
            <a:ext cx="3931798" cy="14630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1" name="Shape 28"/>
          <p:cNvSpPr/>
          <p:nvPr/>
        </p:nvSpPr>
        <p:spPr>
          <a:xfrm>
            <a:off x="4709282" y="3319272"/>
            <a:ext cx="3066803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Text 29"/>
          <p:cNvSpPr/>
          <p:nvPr/>
        </p:nvSpPr>
        <p:spPr>
          <a:xfrm>
            <a:off x="4709282" y="3310128"/>
            <a:ext cx="306680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(one giant graph, hooks cannot fire inside)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7776084" y="3483864"/>
            <a:ext cx="275226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4" name="Shape 31"/>
          <p:cNvSpPr/>
          <p:nvPr/>
        </p:nvSpPr>
        <p:spPr>
          <a:xfrm>
            <a:off x="8070969" y="3483864"/>
            <a:ext cx="275226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5" name="Shape 32"/>
          <p:cNvSpPr/>
          <p:nvPr/>
        </p:nvSpPr>
        <p:spPr>
          <a:xfrm>
            <a:off x="8365854" y="3483864"/>
            <a:ext cx="275226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6" name="Shape 33"/>
          <p:cNvSpPr/>
          <p:nvPr/>
        </p:nvSpPr>
        <p:spPr>
          <a:xfrm>
            <a:off x="8641080" y="3291840"/>
            <a:ext cx="0" cy="365760"/>
          </a:xfrm>
          <a:prstGeom prst="line">
            <a:avLst/>
          </a:prstGeom>
          <a:noFill/>
          <a:ln w="19050">
            <a:solidFill>
              <a:srgbClr val="890C5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206362" y="3639312"/>
            <a:ext cx="448043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compute, same bytes — the red line is where the step ends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4206362" y="3785616"/>
            <a:ext cx="4480438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9" name="Shape 36"/>
          <p:cNvSpPr/>
          <p:nvPr/>
        </p:nvSpPr>
        <p:spPr>
          <a:xfrm>
            <a:off x="4206362" y="3785616"/>
            <a:ext cx="54864" cy="5486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Text 37"/>
          <p:cNvSpPr/>
          <p:nvPr/>
        </p:nvSpPr>
        <p:spPr>
          <a:xfrm>
            <a:off x="4389242" y="3785616"/>
            <a:ext cx="4206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1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4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 &amp; the Final Ledger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 → 249 ms.  Fewer, larger collectives — and an honest ledger of what remains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reduce_bucket_size 5e8 → 1.5e9: 6 gradient AllReduces per step instead of ~20, scoped to this model's config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reduce_scatter=false: drops DeepSpeed's redundant per-bucket flatten (CatArrayBatchedCopy) ahead of each AllReduce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Verified NOT bandwidth-bound: AllReduce microbenchmark hits 478 GB/s bus bandwidth — the NVLink per-direction ceiling. The remaining exposed comm can only shrink by sending fewer bytes.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Per-step time ledger (same accounting, one steady step from each nsys capture)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449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48840" y="3063240"/>
            <a:ext cx="3605332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3063240"/>
            <a:ext cx="36053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54172" y="3063240"/>
            <a:ext cx="411123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0" name="Shape 8"/>
          <p:cNvSpPr/>
          <p:nvPr/>
        </p:nvSpPr>
        <p:spPr>
          <a:xfrm>
            <a:off x="6165295" y="3063240"/>
            <a:ext cx="1368852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/>
          <p:nvPr/>
        </p:nvSpPr>
        <p:spPr>
          <a:xfrm>
            <a:off x="6165295" y="3063240"/>
            <a:ext cx="13688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589010" y="30632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807 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5021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Text 13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175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18137" y="3520440"/>
            <a:ext cx="148164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" name="Shape 15"/>
          <p:cNvSpPr/>
          <p:nvPr/>
        </p:nvSpPr>
        <p:spPr>
          <a:xfrm>
            <a:off x="3466301" y="3520440"/>
            <a:ext cx="289655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" name="Text 16"/>
          <p:cNvSpPr/>
          <p:nvPr/>
        </p:nvSpPr>
        <p:spPr>
          <a:xfrm>
            <a:off x="3810820" y="35204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 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48840" y="4005072"/>
            <a:ext cx="164592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23682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busy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77640" y="4005072"/>
            <a:ext cx="164592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Text 20"/>
          <p:cNvSpPr/>
          <p:nvPr/>
        </p:nvSpPr>
        <p:spPr>
          <a:xfrm>
            <a:off x="41970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06440" y="4005072"/>
            <a:ext cx="164592" cy="12801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" name="Text 22"/>
          <p:cNvSpPr/>
          <p:nvPr/>
        </p:nvSpPr>
        <p:spPr>
          <a:xfrm>
            <a:off x="60258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Idle / launch gaps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224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AllReduce 15.1 GB/step + optimizer AllGather 15.1 GB/step (bf16). Idle from 254 ms to 43 ms.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340 samples/node/s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254225"/>
            <a:ext cx="685800" cy="158625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1998193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23.1%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1883893"/>
            <a:ext cx="685800" cy="1956587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627861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317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28.4%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741932"/>
            <a:ext cx="685800" cy="20985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4859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30.5%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235708"/>
            <a:ext cx="685800" cy="1604772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19796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260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23.3%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 and comm costs: MFU climbs 23% → 30.5%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(986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 We Ruled Out — and How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Negative results are results: every hypothesis got a same-node experiment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011680"/>
                <a:gridCol w="4251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Hypothesis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Experiment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Verdict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FA2 for the text stack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A/B at seq 192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Slower (+10 ms): unpad/repad overhead exceeds kernel gains at short sequences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“NCCL is misconfigured”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Forced protocols, NCCL_DEBUG, microbenchmark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AllReduce already at 478 GB/s busbw = NVLink ceiling; kernel-name suffix was a red herring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masked_scatter nonzero sync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index_copy patch, bitwise-equal unit test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0 ms: the AllReduce tail is gradient-readiness-bound, so hiding the sync moves nothing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cache still needed?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Toggle at final config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Neutral at the tip (CUDA Graphs hide it) — kept for CPU headroom, one-knob rollback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Whole-model torch.compile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Compile attempts on torch 2.6 &amp; 2.7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Hybrid GDN layers graph-break in dynamo → group-graph capture instead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FlashQLA GDN kernels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Kernel-time ceiling analysis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Only ~10.5 ms/step of GDN time exists; needs torch ≥ 2.8 — deferred, not worth the risk now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8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Remaining Headroom &amp;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Where the next milliseconds live, ranked by ceiling — measured, not guessed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4173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GEMMs at the power wall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[fp8 territory]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3000" y="16824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Sustained GEMM throughput caps at ~622 TFLOPS on this node (power, not occupancy). The only lever left for the math itself is fp8.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1214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121408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" name="Image 1" descr="/app/icons/m48-distributed-learning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6771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communication (~30-55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[compression]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43000" y="243230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Bandwidth is at the NVLink ceiling; bytes are the only lever — 1-bit Adam / gradient compression, with convergence sign-off.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28712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2871216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6" name="Image 2" descr="/app/icons/m48-cog-gear-256x-g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43000" y="29169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tail (~25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[compiled autograd]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143000" y="3182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optimizer step + AllGather at step end; compiled autograd / fused optimizer can overlap part of it.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6210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57200" y="3621024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1" name="Image 3" descr="/app/icons/m48-scalability-up-sample-256px-g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6732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36667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Scale-out readiness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[deployment]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143000" y="39319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 split-topology nodes (4+4 NVLink islands) set NCCL_P2P_LEVEL=NVL — first collective hangs otherwise. bs24 adoption gated on a convergence run.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7" name="Image 4" descr="/app/logos/nvidia-logo-blk-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2026-07-22T09:35:36Z</dcterms:created>
  <dcterms:modified xsi:type="dcterms:W3CDTF">2026-07-22T09:35:36Z</dcterms:modified>
</cp:coreProperties>
</file>