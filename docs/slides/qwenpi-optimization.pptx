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bars are real busy intervals from the nsys sqlite export (kernels classified compute vs NCCL vs memcpy).
[IMPORTANT] Key message: this workload was CPU-launch-bound, not GPU-bound. That ordering drives the whole optimization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was a separate 60-step run; deltas are p50-to-p50 on the same node. The next four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from the nsys sqlite (866 ms), aligned to the model phases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325880"/>
            <a:ext cx="191222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325880"/>
            <a:ext cx="19122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270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21693" y="1325880"/>
            <a:ext cx="3639101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421693" y="1325880"/>
            <a:ext cx="3639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514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60794" y="1325880"/>
            <a:ext cx="574446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60794" y="1325880"/>
            <a:ext cx="5744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600200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08760" y="1600200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7365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29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14970" y="162763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2123106" y="1627632"/>
            <a:ext cx="255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215112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156285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162086" y="1627632"/>
            <a:ext cx="657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2170363" y="1627632"/>
            <a:ext cx="119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2184017" y="1627632"/>
            <a:ext cx="116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7317" y="162763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2210263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2215781" y="1627632"/>
            <a:ext cx="77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2225473" y="1627632"/>
            <a:ext cx="502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2231133" y="162763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2239127" y="162763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4504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2252993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2258723" y="1627632"/>
            <a:ext cx="74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2268061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273580" y="162763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1574" y="1627632"/>
            <a:ext cx="1231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296713" y="1627632"/>
            <a:ext cx="51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302514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10791" y="162763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324020" y="162763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329609" y="1627632"/>
            <a:ext cx="707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338382" y="162763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344041" y="1627632"/>
            <a:ext cx="650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2352177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357553" y="1627632"/>
            <a:ext cx="622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365830" y="1627632"/>
            <a:ext cx="1273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80262" y="162763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393350" y="1627632"/>
            <a:ext cx="1117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406013" y="162763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418889" y="1627632"/>
            <a:ext cx="1181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432330" y="162763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437707" y="1627632"/>
            <a:ext cx="64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445843" y="1627632"/>
            <a:ext cx="1188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459921" y="162763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473928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479376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485389" y="162763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492534" y="1627632"/>
            <a:ext cx="413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534556" y="1627632"/>
            <a:ext cx="181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55507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56030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56306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5542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424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58068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583229" y="1627632"/>
            <a:ext cx="905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59575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59836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601834" y="1627632"/>
            <a:ext cx="105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6154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6210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62383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627585" y="1627632"/>
            <a:ext cx="2065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07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65687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659279" y="1627632"/>
            <a:ext cx="84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6701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67286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676116" y="162763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6906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69309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69691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699603" y="1627632"/>
            <a:ext cx="178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718138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7262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72853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735188" y="1627632"/>
            <a:ext cx="1032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7484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754006" y="1627632"/>
            <a:ext cx="1011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7670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76935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77240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774876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790581" y="1627632"/>
            <a:ext cx="806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80140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80614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80876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812370" y="1627632"/>
            <a:ext cx="103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82503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83076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833664" y="1627632"/>
            <a:ext cx="93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84632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851633" y="1627632"/>
            <a:ext cx="2377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87766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88042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883539" y="162763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8970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3065" y="162763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91530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110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23651" y="1627632"/>
            <a:ext cx="1358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937800" y="1627632"/>
            <a:ext cx="74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94812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9508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54001" y="162763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9665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972111" y="1627632"/>
            <a:ext cx="997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8428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989939" y="1627632"/>
            <a:ext cx="238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0167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021916" y="1627632"/>
            <a:ext cx="990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3401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039673" y="1627632"/>
            <a:ext cx="95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05240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057642" y="162763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08098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086435" y="1627632"/>
            <a:ext cx="91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09641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102564" y="1627632"/>
            <a:ext cx="85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11183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117562" y="1627632"/>
            <a:ext cx="3508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154067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16029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162697" y="1627632"/>
            <a:ext cx="102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173875" y="1627632"/>
            <a:ext cx="25516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27896" y="1627632"/>
            <a:ext cx="53631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266191" y="1627632"/>
            <a:ext cx="1266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28529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901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29201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296965" y="1627632"/>
            <a:ext cx="87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306657" y="1627632"/>
            <a:ext cx="209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32816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3007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35308" y="1627632"/>
            <a:ext cx="4046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79029" y="162763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38539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3873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38999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392046" y="1627632"/>
            <a:ext cx="125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41143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41510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68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41949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21546" y="162763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35554" y="162763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457484" y="1627632"/>
            <a:ext cx="2016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78354" y="1627632"/>
            <a:ext cx="1301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9214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93918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500002" y="162763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51316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514787" y="162763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520659" y="162763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5333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53502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407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54407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5466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4987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551716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56119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58595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91050" y="162763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3218" y="1627632"/>
            <a:ext cx="530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09656" y="1627632"/>
            <a:ext cx="154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626069" y="162763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42340" y="1627632"/>
            <a:ext cx="1549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58965" y="1627632"/>
            <a:ext cx="155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75590" y="1627632"/>
            <a:ext cx="1634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92993" y="1627632"/>
            <a:ext cx="1563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9689" y="1627632"/>
            <a:ext cx="151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25748" y="1627632"/>
            <a:ext cx="145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742656" y="1627632"/>
            <a:ext cx="1570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59422" y="162763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775623" y="162763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91823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807953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823941" y="162763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839859" y="1627632"/>
            <a:ext cx="148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855706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871835" y="162763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887611" y="1627632"/>
            <a:ext cx="149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903600" y="162763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15202" y="1627632"/>
            <a:ext cx="672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922630" y="1627632"/>
            <a:ext cx="174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984956" y="162763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061289" y="1627632"/>
            <a:ext cx="6742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130902" y="1627632"/>
            <a:ext cx="235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158280" y="1627632"/>
            <a:ext cx="1275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8" name="Text 196"/>
          <p:cNvSpPr/>
          <p:nvPr/>
        </p:nvSpPr>
        <p:spPr>
          <a:xfrm>
            <a:off x="7671816" y="16002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544 ms · 63%</a:t>
            </a:r>
            <a:endParaRPr lang="en-US" sz="900" dirty="0"/>
          </a:p>
        </p:txBody>
      </p:sp>
      <p:sp>
        <p:nvSpPr>
          <p:cNvPr id="199" name="Text 197"/>
          <p:cNvSpPr/>
          <p:nvPr/>
        </p:nvSpPr>
        <p:spPr>
          <a:xfrm>
            <a:off x="457200" y="2075688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1508760" y="2075688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308689" y="2103120"/>
            <a:ext cx="27307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589615" y="2103120"/>
            <a:ext cx="2851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3" name="Shape 201"/>
          <p:cNvSpPr/>
          <p:nvPr/>
        </p:nvSpPr>
        <p:spPr>
          <a:xfrm>
            <a:off x="4879951" y="2103120"/>
            <a:ext cx="27095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138240" y="2103120"/>
            <a:ext cx="268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418247" y="2103120"/>
            <a:ext cx="282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694433" y="2103120"/>
            <a:ext cx="3077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7" name="Shape 205"/>
          <p:cNvSpPr/>
          <p:nvPr/>
        </p:nvSpPr>
        <p:spPr>
          <a:xfrm>
            <a:off x="5801328" y="2103120"/>
            <a:ext cx="401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8" name="Shape 206"/>
          <p:cNvSpPr/>
          <p:nvPr/>
        </p:nvSpPr>
        <p:spPr>
          <a:xfrm>
            <a:off x="5901291" y="2103120"/>
            <a:ext cx="40466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006771" y="2103120"/>
            <a:ext cx="4025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104681" y="2103120"/>
            <a:ext cx="4110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204148" y="2103120"/>
            <a:ext cx="4089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318825" y="2103120"/>
            <a:ext cx="399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448641" y="2103120"/>
            <a:ext cx="295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940033" y="2103120"/>
            <a:ext cx="2023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011202" y="2103120"/>
            <a:ext cx="33391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285833" y="2103120"/>
            <a:ext cx="3104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7" name="Text 215"/>
          <p:cNvSpPr/>
          <p:nvPr/>
        </p:nvSpPr>
        <p:spPr>
          <a:xfrm>
            <a:off x="7671816" y="20756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114 ms · 13%</a:t>
            </a:r>
            <a:endParaRPr lang="en-US" sz="900" dirty="0"/>
          </a:p>
        </p:txBody>
      </p:sp>
      <p:sp>
        <p:nvSpPr>
          <p:cNvPr id="218" name="Shape 216"/>
          <p:cNvSpPr/>
          <p:nvPr/>
        </p:nvSpPr>
        <p:spPr>
          <a:xfrm>
            <a:off x="3421693" y="1600200"/>
            <a:ext cx="0" cy="859536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7060794" y="1600200"/>
            <a:ext cx="0" cy="859536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>
            <a:off x="1508760" y="2569464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508760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234440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2923651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2649331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25" name="Shape 223"/>
          <p:cNvSpPr/>
          <p:nvPr/>
        </p:nvSpPr>
        <p:spPr>
          <a:xfrm>
            <a:off x="4338543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4064223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27" name="Shape 225"/>
          <p:cNvSpPr/>
          <p:nvPr/>
        </p:nvSpPr>
        <p:spPr>
          <a:xfrm>
            <a:off x="5753434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5479114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29" name="Shape 227"/>
          <p:cNvSpPr/>
          <p:nvPr/>
        </p:nvSpPr>
        <p:spPr>
          <a:xfrm>
            <a:off x="7168326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6894006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5806440" y="2770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457200" y="309067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3" name="Text 231"/>
          <p:cNvSpPr/>
          <p:nvPr/>
        </p:nvSpPr>
        <p:spPr>
          <a:xfrm>
            <a:off x="621792" y="3072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29% pure GPU idle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 ms with no kernel on any stream — the GPU waits for the CPU</a:t>
            </a:r>
            <a:endParaRPr lang="en-US" sz="1050" dirty="0"/>
          </a:p>
        </p:txBody>
      </p:sp>
      <p:sp>
        <p:nvSpPr>
          <p:cNvPr id="234" name="Shape 232"/>
          <p:cNvSpPr/>
          <p:nvPr/>
        </p:nvSpPr>
        <p:spPr>
          <a:xfrm>
            <a:off x="4663440" y="309067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5" name="Text 233"/>
          <p:cNvSpPr/>
          <p:nvPr/>
        </p:nvSpPr>
        <p:spPr>
          <a:xfrm>
            <a:off x="4828032" y="3072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13,868 kernel launches / step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eager launch overhead dominates; many kernels run &lt; 20 µs</a:t>
            </a:r>
            <a:endParaRPr lang="en-US" sz="1050" dirty="0"/>
          </a:p>
        </p:txBody>
      </p:sp>
      <p:sp>
        <p:nvSpPr>
          <p:cNvPr id="236" name="Shape 234"/>
          <p:cNvSpPr/>
          <p:nvPr/>
        </p:nvSpPr>
        <p:spPr>
          <a:xfrm>
            <a:off x="457200" y="365760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7" name="Text 235"/>
          <p:cNvSpPr/>
          <p:nvPr/>
        </p:nvSpPr>
        <p:spPr>
          <a:xfrm>
            <a:off x="621792" y="36393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 runs in fp32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sits outside autocast — half the achievable math rate</a:t>
            </a:r>
            <a:endParaRPr lang="en-US" sz="1050" dirty="0"/>
          </a:p>
        </p:txBody>
      </p:sp>
      <p:sp>
        <p:nvSpPr>
          <p:cNvPr id="238" name="Shape 236"/>
          <p:cNvSpPr/>
          <p:nvPr/>
        </p:nvSpPr>
        <p:spPr>
          <a:xfrm>
            <a:off x="4663440" y="365760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9" name="Text 237"/>
          <p:cNvSpPr/>
          <p:nvPr/>
        </p:nvSpPr>
        <p:spPr>
          <a:xfrm>
            <a:off x="4828032" y="36393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work inside forward()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HF preprocessing + per-step syncs serialize CPU and GPU</a:t>
            </a:r>
            <a:endParaRPr lang="en-US" sz="1050" dirty="0"/>
          </a:p>
        </p:txBody>
      </p:sp>
      <p:sp>
        <p:nvSpPr>
          <p:cNvPr id="240" name="Text 2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1" name="Text 2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42" name="Shape 2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3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Six measured steps, ms per step — each level profiled on the same node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66513" y="1325880"/>
            <a:ext cx="841248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66513" y="1069848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37667" y="1325880"/>
            <a:ext cx="841248" cy="63539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Shape 16"/>
          <p:cNvSpPr/>
          <p:nvPr/>
        </p:nvSpPr>
        <p:spPr>
          <a:xfrm>
            <a:off x="2007761" y="132588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237667" y="10881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-218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37667" y="198870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7850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08822" y="1961274"/>
            <a:ext cx="841248" cy="10784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8915" y="1961274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308822" y="172353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08822" y="209654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139005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NCCL 2.26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79976" y="2069116"/>
            <a:ext cx="841248" cy="34101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8" name="Shape 26"/>
          <p:cNvSpPr/>
          <p:nvPr/>
        </p:nvSpPr>
        <p:spPr>
          <a:xfrm>
            <a:off x="4150070" y="2069116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379976" y="18313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-117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79976" y="24375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10159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51130" y="2410130"/>
            <a:ext cx="841248" cy="8744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3" name="Shape 31"/>
          <p:cNvSpPr/>
          <p:nvPr/>
        </p:nvSpPr>
        <p:spPr>
          <a:xfrm>
            <a:off x="5221224" y="24101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451130" y="217238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51130" y="2525001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81313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522285" y="2497569"/>
            <a:ext cx="841248" cy="3701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8" name="Shape 36"/>
          <p:cNvSpPr/>
          <p:nvPr/>
        </p:nvSpPr>
        <p:spPr>
          <a:xfrm>
            <a:off x="6292378" y="2497569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22285" y="2259825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-126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22285" y="28951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2467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63533" y="28677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7593439" y="2931852"/>
            <a:ext cx="841248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Text 42"/>
          <p:cNvSpPr/>
          <p:nvPr/>
        </p:nvSpPr>
        <p:spPr>
          <a:xfrm>
            <a:off x="7593439" y="26758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23622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tuning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51560" y="418795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Ladder levels measured with nsys attached on rank 0 (~5% overhead); final 249 ms is the clean steady-state p50 of the merged main branch (bucket 1.5e9 + reduce_scatter off).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5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539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45496" y="3063240"/>
            <a:ext cx="407118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3359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866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2026-07-22T06:16:02Z</dcterms:created>
  <dcterms:modified xsi:type="dcterms:W3CDTF">2026-07-22T06:16:02Z</dcterms:modified>
</cp:coreProperties>
</file>