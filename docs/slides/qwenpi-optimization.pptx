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fp32 head (reference)</c:v>
                </c:pt>
              </c:strCache>
            </c:strRef>
          </c:tx>
          <c:spPr>
            <a:solidFill>
              <a:srgbClr val="8C8C8C"/>
            </a:solidFill>
            <a:ln w="19050" cap="flat">
              <a:solidFill>
                <a:srgbClr val="8C8C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C8C8C"/>
              </a:solidFill>
              <a:ln w="9525" cap="flat">
                <a:solidFill>
                  <a:srgbClr val="8C8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Sheet1!$A$2:$A$1001</c:f>
              <c:multiLvlStrCache>
                <c:ptCount val="100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  <c:pt idx="50">
                    <c:v>51</c:v>
                  </c:pt>
                  <c:pt idx="51">
                    <c:v>52</c:v>
                  </c:pt>
                  <c:pt idx="52">
                    <c:v>53</c:v>
                  </c:pt>
                  <c:pt idx="53">
                    <c:v>54</c:v>
                  </c:pt>
                  <c:pt idx="54">
                    <c:v>55</c:v>
                  </c:pt>
                  <c:pt idx="55">
                    <c:v>56</c:v>
                  </c:pt>
                  <c:pt idx="56">
                    <c:v>57</c:v>
                  </c:pt>
                  <c:pt idx="57">
                    <c:v>58</c:v>
                  </c:pt>
                  <c:pt idx="58">
                    <c:v>59</c:v>
                  </c:pt>
                  <c:pt idx="59">
                    <c:v>60</c:v>
                  </c:pt>
                  <c:pt idx="60">
                    <c:v>61</c:v>
                  </c:pt>
                  <c:pt idx="61">
                    <c:v>62</c:v>
                  </c:pt>
                  <c:pt idx="62">
                    <c:v>63</c:v>
                  </c:pt>
                  <c:pt idx="63">
                    <c:v>64</c:v>
                  </c:pt>
                  <c:pt idx="64">
                    <c:v>65</c:v>
                  </c:pt>
                  <c:pt idx="65">
                    <c:v>66</c:v>
                  </c:pt>
                  <c:pt idx="66">
                    <c:v>67</c:v>
                  </c:pt>
                  <c:pt idx="67">
                    <c:v>68</c:v>
                  </c:pt>
                  <c:pt idx="68">
                    <c:v>69</c:v>
                  </c:pt>
                  <c:pt idx="69">
                    <c:v>70</c:v>
                  </c:pt>
                  <c:pt idx="70">
                    <c:v>71</c:v>
                  </c:pt>
                  <c:pt idx="71">
                    <c:v>72</c:v>
                  </c:pt>
                  <c:pt idx="72">
                    <c:v>73</c:v>
                  </c:pt>
                  <c:pt idx="73">
                    <c:v>74</c:v>
                  </c:pt>
                  <c:pt idx="74">
                    <c:v>75</c:v>
                  </c:pt>
                  <c:pt idx="75">
                    <c:v>76</c:v>
                  </c:pt>
                  <c:pt idx="76">
                    <c:v>77</c:v>
                  </c:pt>
                  <c:pt idx="77">
                    <c:v>78</c:v>
                  </c:pt>
                  <c:pt idx="78">
                    <c:v>79</c:v>
                  </c:pt>
                  <c:pt idx="79">
                    <c:v>80</c:v>
                  </c:pt>
                  <c:pt idx="80">
                    <c:v>81</c:v>
                  </c:pt>
                  <c:pt idx="81">
                    <c:v>82</c:v>
                  </c:pt>
                  <c:pt idx="82">
                    <c:v>83</c:v>
                  </c:pt>
                  <c:pt idx="83">
                    <c:v>84</c:v>
                  </c:pt>
                  <c:pt idx="84">
                    <c:v>85</c:v>
                  </c:pt>
                  <c:pt idx="85">
                    <c:v>86</c:v>
                  </c:pt>
                  <c:pt idx="86">
                    <c:v>87</c:v>
                  </c:pt>
                  <c:pt idx="87">
                    <c:v>88</c:v>
                  </c:pt>
                  <c:pt idx="88">
                    <c:v>89</c:v>
                  </c:pt>
                  <c:pt idx="89">
                    <c:v>90</c:v>
                  </c:pt>
                  <c:pt idx="90">
                    <c:v>91</c:v>
                  </c:pt>
                  <c:pt idx="91">
                    <c:v>92</c:v>
                  </c:pt>
                  <c:pt idx="92">
                    <c:v>93</c:v>
                  </c:pt>
                  <c:pt idx="93">
                    <c:v>94</c:v>
                  </c:pt>
                  <c:pt idx="94">
                    <c:v>95</c:v>
                  </c:pt>
                  <c:pt idx="95">
                    <c:v>96</c:v>
                  </c:pt>
                  <c:pt idx="96">
                    <c:v>97</c:v>
                  </c:pt>
                  <c:pt idx="97">
                    <c:v>98</c:v>
                  </c:pt>
                  <c:pt idx="98">
                    <c:v>99</c:v>
                  </c:pt>
                  <c:pt idx="99">
                    <c:v>100</c:v>
                  </c:pt>
                  <c:pt idx="100">
                    <c:v>101</c:v>
                  </c:pt>
                  <c:pt idx="101">
                    <c:v>102</c:v>
                  </c:pt>
                  <c:pt idx="102">
                    <c:v>103</c:v>
                  </c:pt>
                  <c:pt idx="103">
                    <c:v>104</c:v>
                  </c:pt>
                  <c:pt idx="104">
                    <c:v>105</c:v>
                  </c:pt>
                  <c:pt idx="105">
                    <c:v>106</c:v>
                  </c:pt>
                  <c:pt idx="106">
                    <c:v>107</c:v>
                  </c:pt>
                  <c:pt idx="107">
                    <c:v>108</c:v>
                  </c:pt>
                  <c:pt idx="108">
                    <c:v>109</c:v>
                  </c:pt>
                  <c:pt idx="109">
                    <c:v>110</c:v>
                  </c:pt>
                  <c:pt idx="110">
                    <c:v>111</c:v>
                  </c:pt>
                  <c:pt idx="111">
                    <c:v>112</c:v>
                  </c:pt>
                  <c:pt idx="112">
                    <c:v>113</c:v>
                  </c:pt>
                  <c:pt idx="113">
                    <c:v>114</c:v>
                  </c:pt>
                  <c:pt idx="114">
                    <c:v>115</c:v>
                  </c:pt>
                  <c:pt idx="115">
                    <c:v>116</c:v>
                  </c:pt>
                  <c:pt idx="116">
                    <c:v>117</c:v>
                  </c:pt>
                  <c:pt idx="117">
                    <c:v>118</c:v>
                  </c:pt>
                  <c:pt idx="118">
                    <c:v>119</c:v>
                  </c:pt>
                  <c:pt idx="119">
                    <c:v>120</c:v>
                  </c:pt>
                  <c:pt idx="120">
                    <c:v>121</c:v>
                  </c:pt>
                  <c:pt idx="121">
                    <c:v>122</c:v>
                  </c:pt>
                  <c:pt idx="122">
                    <c:v>123</c:v>
                  </c:pt>
                  <c:pt idx="123">
                    <c:v>124</c:v>
                  </c:pt>
                  <c:pt idx="124">
                    <c:v>125</c:v>
                  </c:pt>
                  <c:pt idx="125">
                    <c:v>126</c:v>
                  </c:pt>
                  <c:pt idx="126">
                    <c:v>127</c:v>
                  </c:pt>
                  <c:pt idx="127">
                    <c:v>128</c:v>
                  </c:pt>
                  <c:pt idx="128">
                    <c:v>129</c:v>
                  </c:pt>
                  <c:pt idx="129">
                    <c:v>130</c:v>
                  </c:pt>
                  <c:pt idx="130">
                    <c:v>131</c:v>
                  </c:pt>
                  <c:pt idx="131">
                    <c:v>132</c:v>
                  </c:pt>
                  <c:pt idx="132">
                    <c:v>133</c:v>
                  </c:pt>
                  <c:pt idx="133">
                    <c:v>134</c:v>
                  </c:pt>
                  <c:pt idx="134">
                    <c:v>135</c:v>
                  </c:pt>
                  <c:pt idx="135">
                    <c:v>136</c:v>
                  </c:pt>
                  <c:pt idx="136">
                    <c:v>137</c:v>
                  </c:pt>
                  <c:pt idx="137">
                    <c:v>138</c:v>
                  </c:pt>
                  <c:pt idx="138">
                    <c:v>139</c:v>
                  </c:pt>
                  <c:pt idx="139">
                    <c:v>140</c:v>
                  </c:pt>
                  <c:pt idx="140">
                    <c:v>141</c:v>
                  </c:pt>
                  <c:pt idx="141">
                    <c:v>142</c:v>
                  </c:pt>
                  <c:pt idx="142">
                    <c:v>143</c:v>
                  </c:pt>
                  <c:pt idx="143">
                    <c:v>144</c:v>
                  </c:pt>
                  <c:pt idx="144">
                    <c:v>145</c:v>
                  </c:pt>
                  <c:pt idx="145">
                    <c:v>146</c:v>
                  </c:pt>
                  <c:pt idx="146">
                    <c:v>147</c:v>
                  </c:pt>
                  <c:pt idx="147">
                    <c:v>148</c:v>
                  </c:pt>
                  <c:pt idx="148">
                    <c:v>149</c:v>
                  </c:pt>
                  <c:pt idx="149">
                    <c:v>150</c:v>
                  </c:pt>
                  <c:pt idx="150">
                    <c:v>151</c:v>
                  </c:pt>
                  <c:pt idx="151">
                    <c:v>152</c:v>
                  </c:pt>
                  <c:pt idx="152">
                    <c:v>153</c:v>
                  </c:pt>
                  <c:pt idx="153">
                    <c:v>154</c:v>
                  </c:pt>
                  <c:pt idx="154">
                    <c:v>155</c:v>
                  </c:pt>
                  <c:pt idx="155">
                    <c:v>156</c:v>
                  </c:pt>
                  <c:pt idx="156">
                    <c:v>157</c:v>
                  </c:pt>
                  <c:pt idx="157">
                    <c:v>158</c:v>
                  </c:pt>
                  <c:pt idx="158">
                    <c:v>159</c:v>
                  </c:pt>
                  <c:pt idx="159">
                    <c:v>160</c:v>
                  </c:pt>
                  <c:pt idx="160">
                    <c:v>161</c:v>
                  </c:pt>
                  <c:pt idx="161">
                    <c:v>162</c:v>
                  </c:pt>
                  <c:pt idx="162">
                    <c:v>163</c:v>
                  </c:pt>
                  <c:pt idx="163">
                    <c:v>164</c:v>
                  </c:pt>
                  <c:pt idx="164">
                    <c:v>165</c:v>
                  </c:pt>
                  <c:pt idx="165">
                    <c:v>166</c:v>
                  </c:pt>
                  <c:pt idx="166">
                    <c:v>167</c:v>
                  </c:pt>
                  <c:pt idx="167">
                    <c:v>168</c:v>
                  </c:pt>
                  <c:pt idx="168">
                    <c:v>169</c:v>
                  </c:pt>
                  <c:pt idx="169">
                    <c:v>170</c:v>
                  </c:pt>
                  <c:pt idx="170">
                    <c:v>171</c:v>
                  </c:pt>
                  <c:pt idx="171">
                    <c:v>172</c:v>
                  </c:pt>
                  <c:pt idx="172">
                    <c:v>173</c:v>
                  </c:pt>
                  <c:pt idx="173">
                    <c:v>174</c:v>
                  </c:pt>
                  <c:pt idx="174">
                    <c:v>175</c:v>
                  </c:pt>
                  <c:pt idx="175">
                    <c:v>176</c:v>
                  </c:pt>
                  <c:pt idx="176">
                    <c:v>177</c:v>
                  </c:pt>
                  <c:pt idx="177">
                    <c:v>178</c:v>
                  </c:pt>
                  <c:pt idx="178">
                    <c:v>179</c:v>
                  </c:pt>
                  <c:pt idx="179">
                    <c:v>180</c:v>
                  </c:pt>
                  <c:pt idx="180">
                    <c:v>181</c:v>
                  </c:pt>
                  <c:pt idx="181">
                    <c:v>182</c:v>
                  </c:pt>
                  <c:pt idx="182">
                    <c:v>183</c:v>
                  </c:pt>
                  <c:pt idx="183">
                    <c:v>184</c:v>
                  </c:pt>
                  <c:pt idx="184">
                    <c:v>185</c:v>
                  </c:pt>
                  <c:pt idx="185">
                    <c:v>186</c:v>
                  </c:pt>
                  <c:pt idx="186">
                    <c:v>187</c:v>
                  </c:pt>
                  <c:pt idx="187">
                    <c:v>188</c:v>
                  </c:pt>
                  <c:pt idx="188">
                    <c:v>189</c:v>
                  </c:pt>
                  <c:pt idx="189">
                    <c:v>190</c:v>
                  </c:pt>
                  <c:pt idx="190">
                    <c:v>191</c:v>
                  </c:pt>
                  <c:pt idx="191">
                    <c:v>192</c:v>
                  </c:pt>
                  <c:pt idx="192">
                    <c:v>193</c:v>
                  </c:pt>
                  <c:pt idx="193">
                    <c:v>194</c:v>
                  </c:pt>
                  <c:pt idx="194">
                    <c:v>195</c:v>
                  </c:pt>
                  <c:pt idx="195">
                    <c:v>196</c:v>
                  </c:pt>
                  <c:pt idx="196">
                    <c:v>197</c:v>
                  </c:pt>
                  <c:pt idx="197">
                    <c:v>198</c:v>
                  </c:pt>
                  <c:pt idx="198">
                    <c:v>199</c:v>
                  </c:pt>
                  <c:pt idx="199">
                    <c:v>200</c:v>
                  </c:pt>
                  <c:pt idx="200">
                    <c:v>201</c:v>
                  </c:pt>
                  <c:pt idx="201">
                    <c:v>202</c:v>
                  </c:pt>
                  <c:pt idx="202">
                    <c:v>203</c:v>
                  </c:pt>
                  <c:pt idx="203">
                    <c:v>204</c:v>
                  </c:pt>
                  <c:pt idx="204">
                    <c:v>205</c:v>
                  </c:pt>
                  <c:pt idx="205">
                    <c:v>206</c:v>
                  </c:pt>
                  <c:pt idx="206">
                    <c:v>207</c:v>
                  </c:pt>
                  <c:pt idx="207">
                    <c:v>208</c:v>
                  </c:pt>
                  <c:pt idx="208">
                    <c:v>209</c:v>
                  </c:pt>
                  <c:pt idx="209">
                    <c:v>210</c:v>
                  </c:pt>
                  <c:pt idx="210">
                    <c:v>211</c:v>
                  </c:pt>
                  <c:pt idx="211">
                    <c:v>212</c:v>
                  </c:pt>
                  <c:pt idx="212">
                    <c:v>213</c:v>
                  </c:pt>
                  <c:pt idx="213">
                    <c:v>214</c:v>
                  </c:pt>
                  <c:pt idx="214">
                    <c:v>215</c:v>
                  </c:pt>
                  <c:pt idx="215">
                    <c:v>216</c:v>
                  </c:pt>
                  <c:pt idx="216">
                    <c:v>217</c:v>
                  </c:pt>
                  <c:pt idx="217">
                    <c:v>218</c:v>
                  </c:pt>
                  <c:pt idx="218">
                    <c:v>219</c:v>
                  </c:pt>
                  <c:pt idx="219">
                    <c:v>220</c:v>
                  </c:pt>
                  <c:pt idx="220">
                    <c:v>221</c:v>
                  </c:pt>
                  <c:pt idx="221">
                    <c:v>222</c:v>
                  </c:pt>
                  <c:pt idx="222">
                    <c:v>223</c:v>
                  </c:pt>
                  <c:pt idx="223">
                    <c:v>224</c:v>
                  </c:pt>
                  <c:pt idx="224">
                    <c:v>225</c:v>
                  </c:pt>
                  <c:pt idx="225">
                    <c:v>226</c:v>
                  </c:pt>
                  <c:pt idx="226">
                    <c:v>227</c:v>
                  </c:pt>
                  <c:pt idx="227">
                    <c:v>228</c:v>
                  </c:pt>
                  <c:pt idx="228">
                    <c:v>229</c:v>
                  </c:pt>
                  <c:pt idx="229">
                    <c:v>230</c:v>
                  </c:pt>
                  <c:pt idx="230">
                    <c:v>231</c:v>
                  </c:pt>
                  <c:pt idx="231">
                    <c:v>232</c:v>
                  </c:pt>
                  <c:pt idx="232">
                    <c:v>233</c:v>
                  </c:pt>
                  <c:pt idx="233">
                    <c:v>234</c:v>
                  </c:pt>
                  <c:pt idx="234">
                    <c:v>235</c:v>
                  </c:pt>
                  <c:pt idx="235">
                    <c:v>236</c:v>
                  </c:pt>
                  <c:pt idx="236">
                    <c:v>237</c:v>
                  </c:pt>
                  <c:pt idx="237">
                    <c:v>238</c:v>
                  </c:pt>
                  <c:pt idx="238">
                    <c:v>239</c:v>
                  </c:pt>
                  <c:pt idx="239">
                    <c:v>240</c:v>
                  </c:pt>
                  <c:pt idx="240">
                    <c:v>241</c:v>
                  </c:pt>
                  <c:pt idx="241">
                    <c:v>242</c:v>
                  </c:pt>
                  <c:pt idx="242">
                    <c:v>243</c:v>
                  </c:pt>
                  <c:pt idx="243">
                    <c:v>244</c:v>
                  </c:pt>
                  <c:pt idx="244">
                    <c:v>245</c:v>
                  </c:pt>
                  <c:pt idx="245">
                    <c:v>246</c:v>
                  </c:pt>
                  <c:pt idx="246">
                    <c:v>247</c:v>
                  </c:pt>
                  <c:pt idx="247">
                    <c:v>248</c:v>
                  </c:pt>
                  <c:pt idx="248">
                    <c:v>249</c:v>
                  </c:pt>
                  <c:pt idx="249">
                    <c:v>250</c:v>
                  </c:pt>
                  <c:pt idx="250">
                    <c:v>251</c:v>
                  </c:pt>
                  <c:pt idx="251">
                    <c:v>252</c:v>
                  </c:pt>
                  <c:pt idx="252">
                    <c:v>253</c:v>
                  </c:pt>
                  <c:pt idx="253">
                    <c:v>254</c:v>
                  </c:pt>
                  <c:pt idx="254">
                    <c:v>255</c:v>
                  </c:pt>
                  <c:pt idx="255">
                    <c:v>256</c:v>
                  </c:pt>
                  <c:pt idx="256">
                    <c:v>257</c:v>
                  </c:pt>
                  <c:pt idx="257">
                    <c:v>258</c:v>
                  </c:pt>
                  <c:pt idx="258">
                    <c:v>259</c:v>
                  </c:pt>
                  <c:pt idx="259">
                    <c:v>260</c:v>
                  </c:pt>
                  <c:pt idx="260">
                    <c:v>261</c:v>
                  </c:pt>
                  <c:pt idx="261">
                    <c:v>262</c:v>
                  </c:pt>
                  <c:pt idx="262">
                    <c:v>263</c:v>
                  </c:pt>
                  <c:pt idx="263">
                    <c:v>264</c:v>
                  </c:pt>
                  <c:pt idx="264">
                    <c:v>265</c:v>
                  </c:pt>
                  <c:pt idx="265">
                    <c:v>266</c:v>
                  </c:pt>
                  <c:pt idx="266">
                    <c:v>267</c:v>
                  </c:pt>
                  <c:pt idx="267">
                    <c:v>268</c:v>
                  </c:pt>
                  <c:pt idx="268">
                    <c:v>269</c:v>
                  </c:pt>
                  <c:pt idx="269">
                    <c:v>270</c:v>
                  </c:pt>
                  <c:pt idx="270">
                    <c:v>271</c:v>
                  </c:pt>
                  <c:pt idx="271">
                    <c:v>272</c:v>
                  </c:pt>
                  <c:pt idx="272">
                    <c:v>273</c:v>
                  </c:pt>
                  <c:pt idx="273">
                    <c:v>274</c:v>
                  </c:pt>
                  <c:pt idx="274">
                    <c:v>275</c:v>
                  </c:pt>
                  <c:pt idx="275">
                    <c:v>276</c:v>
                  </c:pt>
                  <c:pt idx="276">
                    <c:v>277</c:v>
                  </c:pt>
                  <c:pt idx="277">
                    <c:v>278</c:v>
                  </c:pt>
                  <c:pt idx="278">
                    <c:v>279</c:v>
                  </c:pt>
                  <c:pt idx="279">
                    <c:v>280</c:v>
                  </c:pt>
                  <c:pt idx="280">
                    <c:v>281</c:v>
                  </c:pt>
                  <c:pt idx="281">
                    <c:v>282</c:v>
                  </c:pt>
                  <c:pt idx="282">
                    <c:v>283</c:v>
                  </c:pt>
                  <c:pt idx="283">
                    <c:v>284</c:v>
                  </c:pt>
                  <c:pt idx="284">
                    <c:v>285</c:v>
                  </c:pt>
                  <c:pt idx="285">
                    <c:v>286</c:v>
                  </c:pt>
                  <c:pt idx="286">
                    <c:v>287</c:v>
                  </c:pt>
                  <c:pt idx="287">
                    <c:v>288</c:v>
                  </c:pt>
                  <c:pt idx="288">
                    <c:v>289</c:v>
                  </c:pt>
                  <c:pt idx="289">
                    <c:v>290</c:v>
                  </c:pt>
                  <c:pt idx="290">
                    <c:v>291</c:v>
                  </c:pt>
                  <c:pt idx="291">
                    <c:v>292</c:v>
                  </c:pt>
                  <c:pt idx="292">
                    <c:v>293</c:v>
                  </c:pt>
                  <c:pt idx="293">
                    <c:v>294</c:v>
                  </c:pt>
                  <c:pt idx="294">
                    <c:v>295</c:v>
                  </c:pt>
                  <c:pt idx="295">
                    <c:v>296</c:v>
                  </c:pt>
                  <c:pt idx="296">
                    <c:v>297</c:v>
                  </c:pt>
                  <c:pt idx="297">
                    <c:v>298</c:v>
                  </c:pt>
                  <c:pt idx="298">
                    <c:v>299</c:v>
                  </c:pt>
                  <c:pt idx="299">
                    <c:v>300</c:v>
                  </c:pt>
                  <c:pt idx="300">
                    <c:v>301</c:v>
                  </c:pt>
                  <c:pt idx="301">
                    <c:v>302</c:v>
                  </c:pt>
                  <c:pt idx="302">
                    <c:v>303</c:v>
                  </c:pt>
                  <c:pt idx="303">
                    <c:v>304</c:v>
                  </c:pt>
                  <c:pt idx="304">
                    <c:v>305</c:v>
                  </c:pt>
                  <c:pt idx="305">
                    <c:v>306</c:v>
                  </c:pt>
                  <c:pt idx="306">
                    <c:v>307</c:v>
                  </c:pt>
                  <c:pt idx="307">
                    <c:v>308</c:v>
                  </c:pt>
                  <c:pt idx="308">
                    <c:v>309</c:v>
                  </c:pt>
                  <c:pt idx="309">
                    <c:v>310</c:v>
                  </c:pt>
                  <c:pt idx="310">
                    <c:v>311</c:v>
                  </c:pt>
                  <c:pt idx="311">
                    <c:v>312</c:v>
                  </c:pt>
                  <c:pt idx="312">
                    <c:v>313</c:v>
                  </c:pt>
                  <c:pt idx="313">
                    <c:v>314</c:v>
                  </c:pt>
                  <c:pt idx="314">
                    <c:v>315</c:v>
                  </c:pt>
                  <c:pt idx="315">
                    <c:v>316</c:v>
                  </c:pt>
                  <c:pt idx="316">
                    <c:v>317</c:v>
                  </c:pt>
                  <c:pt idx="317">
                    <c:v>318</c:v>
                  </c:pt>
                  <c:pt idx="318">
                    <c:v>319</c:v>
                  </c:pt>
                  <c:pt idx="319">
                    <c:v>320</c:v>
                  </c:pt>
                  <c:pt idx="320">
                    <c:v>321</c:v>
                  </c:pt>
                  <c:pt idx="321">
                    <c:v>322</c:v>
                  </c:pt>
                  <c:pt idx="322">
                    <c:v>323</c:v>
                  </c:pt>
                  <c:pt idx="323">
                    <c:v>324</c:v>
                  </c:pt>
                  <c:pt idx="324">
                    <c:v>325</c:v>
                  </c:pt>
                  <c:pt idx="325">
                    <c:v>326</c:v>
                  </c:pt>
                  <c:pt idx="326">
                    <c:v>327</c:v>
                  </c:pt>
                  <c:pt idx="327">
                    <c:v>328</c:v>
                  </c:pt>
                  <c:pt idx="328">
                    <c:v>329</c:v>
                  </c:pt>
                  <c:pt idx="329">
                    <c:v>330</c:v>
                  </c:pt>
                  <c:pt idx="330">
                    <c:v>331</c:v>
                  </c:pt>
                  <c:pt idx="331">
                    <c:v>332</c:v>
                  </c:pt>
                  <c:pt idx="332">
                    <c:v>333</c:v>
                  </c:pt>
                  <c:pt idx="333">
                    <c:v>334</c:v>
                  </c:pt>
                  <c:pt idx="334">
                    <c:v>335</c:v>
                  </c:pt>
                  <c:pt idx="335">
                    <c:v>336</c:v>
                  </c:pt>
                  <c:pt idx="336">
                    <c:v>337</c:v>
                  </c:pt>
                  <c:pt idx="337">
                    <c:v>338</c:v>
                  </c:pt>
                  <c:pt idx="338">
                    <c:v>339</c:v>
                  </c:pt>
                  <c:pt idx="339">
                    <c:v>340</c:v>
                  </c:pt>
                  <c:pt idx="340">
                    <c:v>341</c:v>
                  </c:pt>
                  <c:pt idx="341">
                    <c:v>342</c:v>
                  </c:pt>
                  <c:pt idx="342">
                    <c:v>343</c:v>
                  </c:pt>
                  <c:pt idx="343">
                    <c:v>344</c:v>
                  </c:pt>
                  <c:pt idx="344">
                    <c:v>345</c:v>
                  </c:pt>
                  <c:pt idx="345">
                    <c:v>346</c:v>
                  </c:pt>
                  <c:pt idx="346">
                    <c:v>347</c:v>
                  </c:pt>
                  <c:pt idx="347">
                    <c:v>348</c:v>
                  </c:pt>
                  <c:pt idx="348">
                    <c:v>349</c:v>
                  </c:pt>
                  <c:pt idx="349">
                    <c:v>350</c:v>
                  </c:pt>
                  <c:pt idx="350">
                    <c:v>351</c:v>
                  </c:pt>
                  <c:pt idx="351">
                    <c:v>352</c:v>
                  </c:pt>
                  <c:pt idx="352">
                    <c:v>353</c:v>
                  </c:pt>
                  <c:pt idx="353">
                    <c:v>354</c:v>
                  </c:pt>
                  <c:pt idx="354">
                    <c:v>355</c:v>
                  </c:pt>
                  <c:pt idx="355">
                    <c:v>356</c:v>
                  </c:pt>
                  <c:pt idx="356">
                    <c:v>357</c:v>
                  </c:pt>
                  <c:pt idx="357">
                    <c:v>358</c:v>
                  </c:pt>
                  <c:pt idx="358">
                    <c:v>359</c:v>
                  </c:pt>
                  <c:pt idx="359">
                    <c:v>360</c:v>
                  </c:pt>
                  <c:pt idx="360">
                    <c:v>361</c:v>
                  </c:pt>
                  <c:pt idx="361">
                    <c:v>362</c:v>
                  </c:pt>
                  <c:pt idx="362">
                    <c:v>363</c:v>
                  </c:pt>
                  <c:pt idx="363">
                    <c:v>364</c:v>
                  </c:pt>
                  <c:pt idx="364">
                    <c:v>365</c:v>
                  </c:pt>
                  <c:pt idx="365">
                    <c:v>366</c:v>
                  </c:pt>
                  <c:pt idx="366">
                    <c:v>367</c:v>
                  </c:pt>
                  <c:pt idx="367">
                    <c:v>368</c:v>
                  </c:pt>
                  <c:pt idx="368">
                    <c:v>369</c:v>
                  </c:pt>
                  <c:pt idx="369">
                    <c:v>370</c:v>
                  </c:pt>
                  <c:pt idx="370">
                    <c:v>371</c:v>
                  </c:pt>
                  <c:pt idx="371">
                    <c:v>372</c:v>
                  </c:pt>
                  <c:pt idx="372">
                    <c:v>373</c:v>
                  </c:pt>
                  <c:pt idx="373">
                    <c:v>374</c:v>
                  </c:pt>
                  <c:pt idx="374">
                    <c:v>375</c:v>
                  </c:pt>
                  <c:pt idx="375">
                    <c:v>376</c:v>
                  </c:pt>
                  <c:pt idx="376">
                    <c:v>377</c:v>
                  </c:pt>
                  <c:pt idx="377">
                    <c:v>378</c:v>
                  </c:pt>
                  <c:pt idx="378">
                    <c:v>379</c:v>
                  </c:pt>
                  <c:pt idx="379">
                    <c:v>380</c:v>
                  </c:pt>
                  <c:pt idx="380">
                    <c:v>381</c:v>
                  </c:pt>
                  <c:pt idx="381">
                    <c:v>382</c:v>
                  </c:pt>
                  <c:pt idx="382">
                    <c:v>383</c:v>
                  </c:pt>
                  <c:pt idx="383">
                    <c:v>384</c:v>
                  </c:pt>
                  <c:pt idx="384">
                    <c:v>385</c:v>
                  </c:pt>
                  <c:pt idx="385">
                    <c:v>386</c:v>
                  </c:pt>
                  <c:pt idx="386">
                    <c:v>387</c:v>
                  </c:pt>
                  <c:pt idx="387">
                    <c:v>388</c:v>
                  </c:pt>
                  <c:pt idx="388">
                    <c:v>389</c:v>
                  </c:pt>
                  <c:pt idx="389">
                    <c:v>390</c:v>
                  </c:pt>
                  <c:pt idx="390">
                    <c:v>391</c:v>
                  </c:pt>
                  <c:pt idx="391">
                    <c:v>392</c:v>
                  </c:pt>
                  <c:pt idx="392">
                    <c:v>393</c:v>
                  </c:pt>
                  <c:pt idx="393">
                    <c:v>394</c:v>
                  </c:pt>
                  <c:pt idx="394">
                    <c:v>395</c:v>
                  </c:pt>
                  <c:pt idx="395">
                    <c:v>396</c:v>
                  </c:pt>
                  <c:pt idx="396">
                    <c:v>397</c:v>
                  </c:pt>
                  <c:pt idx="397">
                    <c:v>398</c:v>
                  </c:pt>
                  <c:pt idx="398">
                    <c:v>399</c:v>
                  </c:pt>
                  <c:pt idx="399">
                    <c:v>400</c:v>
                  </c:pt>
                  <c:pt idx="400">
                    <c:v>401</c:v>
                  </c:pt>
                  <c:pt idx="401">
                    <c:v>402</c:v>
                  </c:pt>
                  <c:pt idx="402">
                    <c:v>403</c:v>
                  </c:pt>
                  <c:pt idx="403">
                    <c:v>404</c:v>
                  </c:pt>
                  <c:pt idx="404">
                    <c:v>405</c:v>
                  </c:pt>
                  <c:pt idx="405">
                    <c:v>406</c:v>
                  </c:pt>
                  <c:pt idx="406">
                    <c:v>407</c:v>
                  </c:pt>
                  <c:pt idx="407">
                    <c:v>408</c:v>
                  </c:pt>
                  <c:pt idx="408">
                    <c:v>409</c:v>
                  </c:pt>
                  <c:pt idx="409">
                    <c:v>410</c:v>
                  </c:pt>
                  <c:pt idx="410">
                    <c:v>411</c:v>
                  </c:pt>
                  <c:pt idx="411">
                    <c:v>412</c:v>
                  </c:pt>
                  <c:pt idx="412">
                    <c:v>413</c:v>
                  </c:pt>
                  <c:pt idx="413">
                    <c:v>414</c:v>
                  </c:pt>
                  <c:pt idx="414">
                    <c:v>415</c:v>
                  </c:pt>
                  <c:pt idx="415">
                    <c:v>416</c:v>
                  </c:pt>
                  <c:pt idx="416">
                    <c:v>417</c:v>
                  </c:pt>
                  <c:pt idx="417">
                    <c:v>418</c:v>
                  </c:pt>
                  <c:pt idx="418">
                    <c:v>419</c:v>
                  </c:pt>
                  <c:pt idx="419">
                    <c:v>420</c:v>
                  </c:pt>
                  <c:pt idx="420">
                    <c:v>421</c:v>
                  </c:pt>
                  <c:pt idx="421">
                    <c:v>422</c:v>
                  </c:pt>
                  <c:pt idx="422">
                    <c:v>423</c:v>
                  </c:pt>
                  <c:pt idx="423">
                    <c:v>424</c:v>
                  </c:pt>
                  <c:pt idx="424">
                    <c:v>425</c:v>
                  </c:pt>
                  <c:pt idx="425">
                    <c:v>426</c:v>
                  </c:pt>
                  <c:pt idx="426">
                    <c:v>427</c:v>
                  </c:pt>
                  <c:pt idx="427">
                    <c:v>428</c:v>
                  </c:pt>
                  <c:pt idx="428">
                    <c:v>429</c:v>
                  </c:pt>
                  <c:pt idx="429">
                    <c:v>430</c:v>
                  </c:pt>
                  <c:pt idx="430">
                    <c:v>431</c:v>
                  </c:pt>
                  <c:pt idx="431">
                    <c:v>432</c:v>
                  </c:pt>
                  <c:pt idx="432">
                    <c:v>433</c:v>
                  </c:pt>
                  <c:pt idx="433">
                    <c:v>434</c:v>
                  </c:pt>
                  <c:pt idx="434">
                    <c:v>435</c:v>
                  </c:pt>
                  <c:pt idx="435">
                    <c:v>436</c:v>
                  </c:pt>
                  <c:pt idx="436">
                    <c:v>437</c:v>
                  </c:pt>
                  <c:pt idx="437">
                    <c:v>438</c:v>
                  </c:pt>
                  <c:pt idx="438">
                    <c:v>439</c:v>
                  </c:pt>
                  <c:pt idx="439">
                    <c:v>440</c:v>
                  </c:pt>
                  <c:pt idx="440">
                    <c:v>441</c:v>
                  </c:pt>
                  <c:pt idx="441">
                    <c:v>442</c:v>
                  </c:pt>
                  <c:pt idx="442">
                    <c:v>443</c:v>
                  </c:pt>
                  <c:pt idx="443">
                    <c:v>444</c:v>
                  </c:pt>
                  <c:pt idx="444">
                    <c:v>445</c:v>
                  </c:pt>
                  <c:pt idx="445">
                    <c:v>446</c:v>
                  </c:pt>
                  <c:pt idx="446">
                    <c:v>447</c:v>
                  </c:pt>
                  <c:pt idx="447">
                    <c:v>448</c:v>
                  </c:pt>
                  <c:pt idx="448">
                    <c:v>449</c:v>
                  </c:pt>
                  <c:pt idx="449">
                    <c:v>450</c:v>
                  </c:pt>
                  <c:pt idx="450">
                    <c:v>451</c:v>
                  </c:pt>
                  <c:pt idx="451">
                    <c:v>452</c:v>
                  </c:pt>
                  <c:pt idx="452">
                    <c:v>453</c:v>
                  </c:pt>
                  <c:pt idx="453">
                    <c:v>454</c:v>
                  </c:pt>
                  <c:pt idx="454">
                    <c:v>455</c:v>
                  </c:pt>
                  <c:pt idx="455">
                    <c:v>456</c:v>
                  </c:pt>
                  <c:pt idx="456">
                    <c:v>457</c:v>
                  </c:pt>
                  <c:pt idx="457">
                    <c:v>458</c:v>
                  </c:pt>
                  <c:pt idx="458">
                    <c:v>459</c:v>
                  </c:pt>
                  <c:pt idx="459">
                    <c:v>460</c:v>
                  </c:pt>
                  <c:pt idx="460">
                    <c:v>461</c:v>
                  </c:pt>
                  <c:pt idx="461">
                    <c:v>462</c:v>
                  </c:pt>
                  <c:pt idx="462">
                    <c:v>463</c:v>
                  </c:pt>
                  <c:pt idx="463">
                    <c:v>464</c:v>
                  </c:pt>
                  <c:pt idx="464">
                    <c:v>465</c:v>
                  </c:pt>
                  <c:pt idx="465">
                    <c:v>466</c:v>
                  </c:pt>
                  <c:pt idx="466">
                    <c:v>467</c:v>
                  </c:pt>
                  <c:pt idx="467">
                    <c:v>468</c:v>
                  </c:pt>
                  <c:pt idx="468">
                    <c:v>469</c:v>
                  </c:pt>
                  <c:pt idx="469">
                    <c:v>470</c:v>
                  </c:pt>
                  <c:pt idx="470">
                    <c:v>471</c:v>
                  </c:pt>
                  <c:pt idx="471">
                    <c:v>472</c:v>
                  </c:pt>
                  <c:pt idx="472">
                    <c:v>473</c:v>
                  </c:pt>
                  <c:pt idx="473">
                    <c:v>474</c:v>
                  </c:pt>
                  <c:pt idx="474">
                    <c:v>475</c:v>
                  </c:pt>
                  <c:pt idx="475">
                    <c:v>476</c:v>
                  </c:pt>
                  <c:pt idx="476">
                    <c:v>477</c:v>
                  </c:pt>
                  <c:pt idx="477">
                    <c:v>478</c:v>
                  </c:pt>
                  <c:pt idx="478">
                    <c:v>479</c:v>
                  </c:pt>
                  <c:pt idx="479">
                    <c:v>480</c:v>
                  </c:pt>
                  <c:pt idx="480">
                    <c:v>481</c:v>
                  </c:pt>
                  <c:pt idx="481">
                    <c:v>482</c:v>
                  </c:pt>
                  <c:pt idx="482">
                    <c:v>483</c:v>
                  </c:pt>
                  <c:pt idx="483">
                    <c:v>484</c:v>
                  </c:pt>
                  <c:pt idx="484">
                    <c:v>485</c:v>
                  </c:pt>
                  <c:pt idx="485">
                    <c:v>486</c:v>
                  </c:pt>
                  <c:pt idx="486">
                    <c:v>487</c:v>
                  </c:pt>
                  <c:pt idx="487">
                    <c:v>488</c:v>
                  </c:pt>
                  <c:pt idx="488">
                    <c:v>489</c:v>
                  </c:pt>
                  <c:pt idx="489">
                    <c:v>490</c:v>
                  </c:pt>
                  <c:pt idx="490">
                    <c:v>491</c:v>
                  </c:pt>
                  <c:pt idx="491">
                    <c:v>492</c:v>
                  </c:pt>
                  <c:pt idx="492">
                    <c:v>493</c:v>
                  </c:pt>
                  <c:pt idx="493">
                    <c:v>494</c:v>
                  </c:pt>
                  <c:pt idx="494">
                    <c:v>495</c:v>
                  </c:pt>
                  <c:pt idx="495">
                    <c:v>496</c:v>
                  </c:pt>
                  <c:pt idx="496">
                    <c:v>497</c:v>
                  </c:pt>
                  <c:pt idx="497">
                    <c:v>498</c:v>
                  </c:pt>
                  <c:pt idx="498">
                    <c:v>499</c:v>
                  </c:pt>
                  <c:pt idx="499">
                    <c:v>500</c:v>
                  </c:pt>
                  <c:pt idx="500">
                    <c:v>501</c:v>
                  </c:pt>
                  <c:pt idx="501">
                    <c:v>502</c:v>
                  </c:pt>
                  <c:pt idx="502">
                    <c:v>503</c:v>
                  </c:pt>
                  <c:pt idx="503">
                    <c:v>504</c:v>
                  </c:pt>
                  <c:pt idx="504">
                    <c:v>505</c:v>
                  </c:pt>
                  <c:pt idx="505">
                    <c:v>506</c:v>
                  </c:pt>
                  <c:pt idx="506">
                    <c:v>507</c:v>
                  </c:pt>
                  <c:pt idx="507">
                    <c:v>508</c:v>
                  </c:pt>
                  <c:pt idx="508">
                    <c:v>509</c:v>
                  </c:pt>
                  <c:pt idx="509">
                    <c:v>510</c:v>
                  </c:pt>
                  <c:pt idx="510">
                    <c:v>511</c:v>
                  </c:pt>
                  <c:pt idx="511">
                    <c:v>512</c:v>
                  </c:pt>
                  <c:pt idx="512">
                    <c:v>513</c:v>
                  </c:pt>
                  <c:pt idx="513">
                    <c:v>514</c:v>
                  </c:pt>
                  <c:pt idx="514">
                    <c:v>515</c:v>
                  </c:pt>
                  <c:pt idx="515">
                    <c:v>516</c:v>
                  </c:pt>
                  <c:pt idx="516">
                    <c:v>517</c:v>
                  </c:pt>
                  <c:pt idx="517">
                    <c:v>518</c:v>
                  </c:pt>
                  <c:pt idx="518">
                    <c:v>519</c:v>
                  </c:pt>
                  <c:pt idx="519">
                    <c:v>520</c:v>
                  </c:pt>
                  <c:pt idx="520">
                    <c:v>521</c:v>
                  </c:pt>
                  <c:pt idx="521">
                    <c:v>522</c:v>
                  </c:pt>
                  <c:pt idx="522">
                    <c:v>523</c:v>
                  </c:pt>
                  <c:pt idx="523">
                    <c:v>524</c:v>
                  </c:pt>
                  <c:pt idx="524">
                    <c:v>525</c:v>
                  </c:pt>
                  <c:pt idx="525">
                    <c:v>526</c:v>
                  </c:pt>
                  <c:pt idx="526">
                    <c:v>527</c:v>
                  </c:pt>
                  <c:pt idx="527">
                    <c:v>528</c:v>
                  </c:pt>
                  <c:pt idx="528">
                    <c:v>529</c:v>
                  </c:pt>
                  <c:pt idx="529">
                    <c:v>530</c:v>
                  </c:pt>
                  <c:pt idx="530">
                    <c:v>531</c:v>
                  </c:pt>
                  <c:pt idx="531">
                    <c:v>532</c:v>
                  </c:pt>
                  <c:pt idx="532">
                    <c:v>533</c:v>
                  </c:pt>
                  <c:pt idx="533">
                    <c:v>534</c:v>
                  </c:pt>
                  <c:pt idx="534">
                    <c:v>535</c:v>
                  </c:pt>
                  <c:pt idx="535">
                    <c:v>536</c:v>
                  </c:pt>
                  <c:pt idx="536">
                    <c:v>537</c:v>
                  </c:pt>
                  <c:pt idx="537">
                    <c:v>538</c:v>
                  </c:pt>
                  <c:pt idx="538">
                    <c:v>539</c:v>
                  </c:pt>
                  <c:pt idx="539">
                    <c:v>540</c:v>
                  </c:pt>
                  <c:pt idx="540">
                    <c:v>541</c:v>
                  </c:pt>
                  <c:pt idx="541">
                    <c:v>542</c:v>
                  </c:pt>
                  <c:pt idx="542">
                    <c:v>543</c:v>
                  </c:pt>
                  <c:pt idx="543">
                    <c:v>544</c:v>
                  </c:pt>
                  <c:pt idx="544">
                    <c:v>545</c:v>
                  </c:pt>
                  <c:pt idx="545">
                    <c:v>546</c:v>
                  </c:pt>
                  <c:pt idx="546">
                    <c:v>547</c:v>
                  </c:pt>
                  <c:pt idx="547">
                    <c:v>548</c:v>
                  </c:pt>
                  <c:pt idx="548">
                    <c:v>549</c:v>
                  </c:pt>
                  <c:pt idx="549">
                    <c:v>550</c:v>
                  </c:pt>
                  <c:pt idx="550">
                    <c:v>551</c:v>
                  </c:pt>
                  <c:pt idx="551">
                    <c:v>552</c:v>
                  </c:pt>
                  <c:pt idx="552">
                    <c:v>553</c:v>
                  </c:pt>
                  <c:pt idx="553">
                    <c:v>554</c:v>
                  </c:pt>
                  <c:pt idx="554">
                    <c:v>555</c:v>
                  </c:pt>
                  <c:pt idx="555">
                    <c:v>556</c:v>
                  </c:pt>
                  <c:pt idx="556">
                    <c:v>557</c:v>
                  </c:pt>
                  <c:pt idx="557">
                    <c:v>558</c:v>
                  </c:pt>
                  <c:pt idx="558">
                    <c:v>559</c:v>
                  </c:pt>
                  <c:pt idx="559">
                    <c:v>560</c:v>
                  </c:pt>
                  <c:pt idx="560">
                    <c:v>561</c:v>
                  </c:pt>
                  <c:pt idx="561">
                    <c:v>562</c:v>
                  </c:pt>
                  <c:pt idx="562">
                    <c:v>563</c:v>
                  </c:pt>
                  <c:pt idx="563">
                    <c:v>564</c:v>
                  </c:pt>
                  <c:pt idx="564">
                    <c:v>565</c:v>
                  </c:pt>
                  <c:pt idx="565">
                    <c:v>566</c:v>
                  </c:pt>
                  <c:pt idx="566">
                    <c:v>567</c:v>
                  </c:pt>
                  <c:pt idx="567">
                    <c:v>568</c:v>
                  </c:pt>
                  <c:pt idx="568">
                    <c:v>569</c:v>
                  </c:pt>
                  <c:pt idx="569">
                    <c:v>570</c:v>
                  </c:pt>
                  <c:pt idx="570">
                    <c:v>571</c:v>
                  </c:pt>
                  <c:pt idx="571">
                    <c:v>572</c:v>
                  </c:pt>
                  <c:pt idx="572">
                    <c:v>573</c:v>
                  </c:pt>
                  <c:pt idx="573">
                    <c:v>574</c:v>
                  </c:pt>
                  <c:pt idx="574">
                    <c:v>575</c:v>
                  </c:pt>
                  <c:pt idx="575">
                    <c:v>576</c:v>
                  </c:pt>
                  <c:pt idx="576">
                    <c:v>577</c:v>
                  </c:pt>
                  <c:pt idx="577">
                    <c:v>578</c:v>
                  </c:pt>
                  <c:pt idx="578">
                    <c:v>579</c:v>
                  </c:pt>
                  <c:pt idx="579">
                    <c:v>580</c:v>
                  </c:pt>
                  <c:pt idx="580">
                    <c:v>581</c:v>
                  </c:pt>
                  <c:pt idx="581">
                    <c:v>582</c:v>
                  </c:pt>
                  <c:pt idx="582">
                    <c:v>583</c:v>
                  </c:pt>
                  <c:pt idx="583">
                    <c:v>584</c:v>
                  </c:pt>
                  <c:pt idx="584">
                    <c:v>585</c:v>
                  </c:pt>
                  <c:pt idx="585">
                    <c:v>586</c:v>
                  </c:pt>
                  <c:pt idx="586">
                    <c:v>587</c:v>
                  </c:pt>
                  <c:pt idx="587">
                    <c:v>588</c:v>
                  </c:pt>
                  <c:pt idx="588">
                    <c:v>589</c:v>
                  </c:pt>
                  <c:pt idx="589">
                    <c:v>590</c:v>
                  </c:pt>
                  <c:pt idx="590">
                    <c:v>591</c:v>
                  </c:pt>
                  <c:pt idx="591">
                    <c:v>592</c:v>
                  </c:pt>
                  <c:pt idx="592">
                    <c:v>593</c:v>
                  </c:pt>
                  <c:pt idx="593">
                    <c:v>594</c:v>
                  </c:pt>
                  <c:pt idx="594">
                    <c:v>595</c:v>
                  </c:pt>
                  <c:pt idx="595">
                    <c:v>596</c:v>
                  </c:pt>
                  <c:pt idx="596">
                    <c:v>597</c:v>
                  </c:pt>
                  <c:pt idx="597">
                    <c:v>598</c:v>
                  </c:pt>
                  <c:pt idx="598">
                    <c:v>599</c:v>
                  </c:pt>
                  <c:pt idx="599">
                    <c:v>600</c:v>
                  </c:pt>
                  <c:pt idx="600">
                    <c:v>601</c:v>
                  </c:pt>
                  <c:pt idx="601">
                    <c:v>602</c:v>
                  </c:pt>
                  <c:pt idx="602">
                    <c:v>603</c:v>
                  </c:pt>
                  <c:pt idx="603">
                    <c:v>604</c:v>
                  </c:pt>
                  <c:pt idx="604">
                    <c:v>605</c:v>
                  </c:pt>
                  <c:pt idx="605">
                    <c:v>606</c:v>
                  </c:pt>
                  <c:pt idx="606">
                    <c:v>607</c:v>
                  </c:pt>
                  <c:pt idx="607">
                    <c:v>608</c:v>
                  </c:pt>
                  <c:pt idx="608">
                    <c:v>609</c:v>
                  </c:pt>
                  <c:pt idx="609">
                    <c:v>610</c:v>
                  </c:pt>
                  <c:pt idx="610">
                    <c:v>611</c:v>
                  </c:pt>
                  <c:pt idx="611">
                    <c:v>612</c:v>
                  </c:pt>
                  <c:pt idx="612">
                    <c:v>613</c:v>
                  </c:pt>
                  <c:pt idx="613">
                    <c:v>614</c:v>
                  </c:pt>
                  <c:pt idx="614">
                    <c:v>615</c:v>
                  </c:pt>
                  <c:pt idx="615">
                    <c:v>616</c:v>
                  </c:pt>
                  <c:pt idx="616">
                    <c:v>617</c:v>
                  </c:pt>
                  <c:pt idx="617">
                    <c:v>618</c:v>
                  </c:pt>
                  <c:pt idx="618">
                    <c:v>619</c:v>
                  </c:pt>
                  <c:pt idx="619">
                    <c:v>620</c:v>
                  </c:pt>
                  <c:pt idx="620">
                    <c:v>621</c:v>
                  </c:pt>
                  <c:pt idx="621">
                    <c:v>622</c:v>
                  </c:pt>
                  <c:pt idx="622">
                    <c:v>623</c:v>
                  </c:pt>
                  <c:pt idx="623">
                    <c:v>624</c:v>
                  </c:pt>
                  <c:pt idx="624">
                    <c:v>625</c:v>
                  </c:pt>
                  <c:pt idx="625">
                    <c:v>626</c:v>
                  </c:pt>
                  <c:pt idx="626">
                    <c:v>627</c:v>
                  </c:pt>
                  <c:pt idx="627">
                    <c:v>628</c:v>
                  </c:pt>
                  <c:pt idx="628">
                    <c:v>629</c:v>
                  </c:pt>
                  <c:pt idx="629">
                    <c:v>630</c:v>
                  </c:pt>
                  <c:pt idx="630">
                    <c:v>631</c:v>
                  </c:pt>
                  <c:pt idx="631">
                    <c:v>632</c:v>
                  </c:pt>
                  <c:pt idx="632">
                    <c:v>633</c:v>
                  </c:pt>
                  <c:pt idx="633">
                    <c:v>634</c:v>
                  </c:pt>
                  <c:pt idx="634">
                    <c:v>635</c:v>
                  </c:pt>
                  <c:pt idx="635">
                    <c:v>636</c:v>
                  </c:pt>
                  <c:pt idx="636">
                    <c:v>637</c:v>
                  </c:pt>
                  <c:pt idx="637">
                    <c:v>638</c:v>
                  </c:pt>
                  <c:pt idx="638">
                    <c:v>639</c:v>
                  </c:pt>
                  <c:pt idx="639">
                    <c:v>640</c:v>
                  </c:pt>
                  <c:pt idx="640">
                    <c:v>641</c:v>
                  </c:pt>
                  <c:pt idx="641">
                    <c:v>642</c:v>
                  </c:pt>
                  <c:pt idx="642">
                    <c:v>643</c:v>
                  </c:pt>
                  <c:pt idx="643">
                    <c:v>644</c:v>
                  </c:pt>
                  <c:pt idx="644">
                    <c:v>645</c:v>
                  </c:pt>
                  <c:pt idx="645">
                    <c:v>646</c:v>
                  </c:pt>
                  <c:pt idx="646">
                    <c:v>647</c:v>
                  </c:pt>
                  <c:pt idx="647">
                    <c:v>648</c:v>
                  </c:pt>
                  <c:pt idx="648">
                    <c:v>649</c:v>
                  </c:pt>
                  <c:pt idx="649">
                    <c:v>650</c:v>
                  </c:pt>
                  <c:pt idx="650">
                    <c:v>651</c:v>
                  </c:pt>
                  <c:pt idx="651">
                    <c:v>652</c:v>
                  </c:pt>
                  <c:pt idx="652">
                    <c:v>653</c:v>
                  </c:pt>
                  <c:pt idx="653">
                    <c:v>654</c:v>
                  </c:pt>
                  <c:pt idx="654">
                    <c:v>655</c:v>
                  </c:pt>
                  <c:pt idx="655">
                    <c:v>656</c:v>
                  </c:pt>
                  <c:pt idx="656">
                    <c:v>657</c:v>
                  </c:pt>
                  <c:pt idx="657">
                    <c:v>658</c:v>
                  </c:pt>
                  <c:pt idx="658">
                    <c:v>659</c:v>
                  </c:pt>
                  <c:pt idx="659">
                    <c:v>660</c:v>
                  </c:pt>
                  <c:pt idx="660">
                    <c:v>661</c:v>
                  </c:pt>
                  <c:pt idx="661">
                    <c:v>662</c:v>
                  </c:pt>
                  <c:pt idx="662">
                    <c:v>663</c:v>
                  </c:pt>
                  <c:pt idx="663">
                    <c:v>664</c:v>
                  </c:pt>
                  <c:pt idx="664">
                    <c:v>665</c:v>
                  </c:pt>
                  <c:pt idx="665">
                    <c:v>666</c:v>
                  </c:pt>
                  <c:pt idx="666">
                    <c:v>667</c:v>
                  </c:pt>
                  <c:pt idx="667">
                    <c:v>668</c:v>
                  </c:pt>
                  <c:pt idx="668">
                    <c:v>669</c:v>
                  </c:pt>
                  <c:pt idx="669">
                    <c:v>670</c:v>
                  </c:pt>
                  <c:pt idx="670">
                    <c:v>671</c:v>
                  </c:pt>
                  <c:pt idx="671">
                    <c:v>672</c:v>
                  </c:pt>
                  <c:pt idx="672">
                    <c:v>673</c:v>
                  </c:pt>
                  <c:pt idx="673">
                    <c:v>674</c:v>
                  </c:pt>
                  <c:pt idx="674">
                    <c:v>675</c:v>
                  </c:pt>
                  <c:pt idx="675">
                    <c:v>676</c:v>
                  </c:pt>
                  <c:pt idx="676">
                    <c:v>677</c:v>
                  </c:pt>
                  <c:pt idx="677">
                    <c:v>678</c:v>
                  </c:pt>
                  <c:pt idx="678">
                    <c:v>679</c:v>
                  </c:pt>
                  <c:pt idx="679">
                    <c:v>680</c:v>
                  </c:pt>
                  <c:pt idx="680">
                    <c:v>681</c:v>
                  </c:pt>
                  <c:pt idx="681">
                    <c:v>682</c:v>
                  </c:pt>
                  <c:pt idx="682">
                    <c:v>683</c:v>
                  </c:pt>
                  <c:pt idx="683">
                    <c:v>684</c:v>
                  </c:pt>
                  <c:pt idx="684">
                    <c:v>685</c:v>
                  </c:pt>
                  <c:pt idx="685">
                    <c:v>686</c:v>
                  </c:pt>
                  <c:pt idx="686">
                    <c:v>687</c:v>
                  </c:pt>
                  <c:pt idx="687">
                    <c:v>688</c:v>
                  </c:pt>
                  <c:pt idx="688">
                    <c:v>689</c:v>
                  </c:pt>
                  <c:pt idx="689">
                    <c:v>690</c:v>
                  </c:pt>
                  <c:pt idx="690">
                    <c:v>691</c:v>
                  </c:pt>
                  <c:pt idx="691">
                    <c:v>692</c:v>
                  </c:pt>
                  <c:pt idx="692">
                    <c:v>693</c:v>
                  </c:pt>
                  <c:pt idx="693">
                    <c:v>694</c:v>
                  </c:pt>
                  <c:pt idx="694">
                    <c:v>695</c:v>
                  </c:pt>
                  <c:pt idx="695">
                    <c:v>696</c:v>
                  </c:pt>
                  <c:pt idx="696">
                    <c:v>697</c:v>
                  </c:pt>
                  <c:pt idx="697">
                    <c:v>698</c:v>
                  </c:pt>
                  <c:pt idx="698">
                    <c:v>699</c:v>
                  </c:pt>
                  <c:pt idx="699">
                    <c:v>700</c:v>
                  </c:pt>
                  <c:pt idx="700">
                    <c:v>701</c:v>
                  </c:pt>
                  <c:pt idx="701">
                    <c:v>702</c:v>
                  </c:pt>
                  <c:pt idx="702">
                    <c:v>703</c:v>
                  </c:pt>
                  <c:pt idx="703">
                    <c:v>704</c:v>
                  </c:pt>
                  <c:pt idx="704">
                    <c:v>705</c:v>
                  </c:pt>
                  <c:pt idx="705">
                    <c:v>706</c:v>
                  </c:pt>
                  <c:pt idx="706">
                    <c:v>707</c:v>
                  </c:pt>
                  <c:pt idx="707">
                    <c:v>708</c:v>
                  </c:pt>
                  <c:pt idx="708">
                    <c:v>709</c:v>
                  </c:pt>
                  <c:pt idx="709">
                    <c:v>710</c:v>
                  </c:pt>
                  <c:pt idx="710">
                    <c:v>711</c:v>
                  </c:pt>
                  <c:pt idx="711">
                    <c:v>712</c:v>
                  </c:pt>
                  <c:pt idx="712">
                    <c:v>713</c:v>
                  </c:pt>
                  <c:pt idx="713">
                    <c:v>714</c:v>
                  </c:pt>
                  <c:pt idx="714">
                    <c:v>715</c:v>
                  </c:pt>
                  <c:pt idx="715">
                    <c:v>716</c:v>
                  </c:pt>
                  <c:pt idx="716">
                    <c:v>717</c:v>
                  </c:pt>
                  <c:pt idx="717">
                    <c:v>718</c:v>
                  </c:pt>
                  <c:pt idx="718">
                    <c:v>719</c:v>
                  </c:pt>
                  <c:pt idx="719">
                    <c:v>720</c:v>
                  </c:pt>
                  <c:pt idx="720">
                    <c:v>721</c:v>
                  </c:pt>
                  <c:pt idx="721">
                    <c:v>722</c:v>
                  </c:pt>
                  <c:pt idx="722">
                    <c:v>723</c:v>
                  </c:pt>
                  <c:pt idx="723">
                    <c:v>724</c:v>
                  </c:pt>
                  <c:pt idx="724">
                    <c:v>725</c:v>
                  </c:pt>
                  <c:pt idx="725">
                    <c:v>726</c:v>
                  </c:pt>
                  <c:pt idx="726">
                    <c:v>727</c:v>
                  </c:pt>
                  <c:pt idx="727">
                    <c:v>728</c:v>
                  </c:pt>
                  <c:pt idx="728">
                    <c:v>729</c:v>
                  </c:pt>
                  <c:pt idx="729">
                    <c:v>730</c:v>
                  </c:pt>
                  <c:pt idx="730">
                    <c:v>731</c:v>
                  </c:pt>
                  <c:pt idx="731">
                    <c:v>732</c:v>
                  </c:pt>
                  <c:pt idx="732">
                    <c:v>733</c:v>
                  </c:pt>
                  <c:pt idx="733">
                    <c:v>734</c:v>
                  </c:pt>
                  <c:pt idx="734">
                    <c:v>735</c:v>
                  </c:pt>
                  <c:pt idx="735">
                    <c:v>736</c:v>
                  </c:pt>
                  <c:pt idx="736">
                    <c:v>737</c:v>
                  </c:pt>
                  <c:pt idx="737">
                    <c:v>738</c:v>
                  </c:pt>
                  <c:pt idx="738">
                    <c:v>739</c:v>
                  </c:pt>
                  <c:pt idx="739">
                    <c:v>740</c:v>
                  </c:pt>
                  <c:pt idx="740">
                    <c:v>741</c:v>
                  </c:pt>
                  <c:pt idx="741">
                    <c:v>742</c:v>
                  </c:pt>
                  <c:pt idx="742">
                    <c:v>743</c:v>
                  </c:pt>
                  <c:pt idx="743">
                    <c:v>744</c:v>
                  </c:pt>
                  <c:pt idx="744">
                    <c:v>745</c:v>
                  </c:pt>
                  <c:pt idx="745">
                    <c:v>746</c:v>
                  </c:pt>
                  <c:pt idx="746">
                    <c:v>747</c:v>
                  </c:pt>
                  <c:pt idx="747">
                    <c:v>748</c:v>
                  </c:pt>
                  <c:pt idx="748">
                    <c:v>749</c:v>
                  </c:pt>
                  <c:pt idx="749">
                    <c:v>750</c:v>
                  </c:pt>
                  <c:pt idx="750">
                    <c:v>751</c:v>
                  </c:pt>
                  <c:pt idx="751">
                    <c:v>752</c:v>
                  </c:pt>
                  <c:pt idx="752">
                    <c:v>753</c:v>
                  </c:pt>
                  <c:pt idx="753">
                    <c:v>754</c:v>
                  </c:pt>
                  <c:pt idx="754">
                    <c:v>755</c:v>
                  </c:pt>
                  <c:pt idx="755">
                    <c:v>756</c:v>
                  </c:pt>
                  <c:pt idx="756">
                    <c:v>757</c:v>
                  </c:pt>
                  <c:pt idx="757">
                    <c:v>758</c:v>
                  </c:pt>
                  <c:pt idx="758">
                    <c:v>759</c:v>
                  </c:pt>
                  <c:pt idx="759">
                    <c:v>760</c:v>
                  </c:pt>
                  <c:pt idx="760">
                    <c:v>761</c:v>
                  </c:pt>
                  <c:pt idx="761">
                    <c:v>762</c:v>
                  </c:pt>
                  <c:pt idx="762">
                    <c:v>763</c:v>
                  </c:pt>
                  <c:pt idx="763">
                    <c:v>764</c:v>
                  </c:pt>
                  <c:pt idx="764">
                    <c:v>765</c:v>
                  </c:pt>
                  <c:pt idx="765">
                    <c:v>766</c:v>
                  </c:pt>
                  <c:pt idx="766">
                    <c:v>767</c:v>
                  </c:pt>
                  <c:pt idx="767">
                    <c:v>768</c:v>
                  </c:pt>
                  <c:pt idx="768">
                    <c:v>769</c:v>
                  </c:pt>
                  <c:pt idx="769">
                    <c:v>770</c:v>
                  </c:pt>
                  <c:pt idx="770">
                    <c:v>771</c:v>
                  </c:pt>
                  <c:pt idx="771">
                    <c:v>772</c:v>
                  </c:pt>
                  <c:pt idx="772">
                    <c:v>773</c:v>
                  </c:pt>
                  <c:pt idx="773">
                    <c:v>774</c:v>
                  </c:pt>
                  <c:pt idx="774">
                    <c:v>775</c:v>
                  </c:pt>
                  <c:pt idx="775">
                    <c:v>776</c:v>
                  </c:pt>
                  <c:pt idx="776">
                    <c:v>777</c:v>
                  </c:pt>
                  <c:pt idx="777">
                    <c:v>778</c:v>
                  </c:pt>
                  <c:pt idx="778">
                    <c:v>779</c:v>
                  </c:pt>
                  <c:pt idx="779">
                    <c:v>780</c:v>
                  </c:pt>
                  <c:pt idx="780">
                    <c:v>781</c:v>
                  </c:pt>
                  <c:pt idx="781">
                    <c:v>782</c:v>
                  </c:pt>
                  <c:pt idx="782">
                    <c:v>783</c:v>
                  </c:pt>
                  <c:pt idx="783">
                    <c:v>784</c:v>
                  </c:pt>
                  <c:pt idx="784">
                    <c:v>785</c:v>
                  </c:pt>
                  <c:pt idx="785">
                    <c:v>786</c:v>
                  </c:pt>
                  <c:pt idx="786">
                    <c:v>787</c:v>
                  </c:pt>
                  <c:pt idx="787">
                    <c:v>788</c:v>
                  </c:pt>
                  <c:pt idx="788">
                    <c:v>789</c:v>
                  </c:pt>
                  <c:pt idx="789">
                    <c:v>790</c:v>
                  </c:pt>
                  <c:pt idx="790">
                    <c:v>791</c:v>
                  </c:pt>
                  <c:pt idx="791">
                    <c:v>792</c:v>
                  </c:pt>
                  <c:pt idx="792">
                    <c:v>793</c:v>
                  </c:pt>
                  <c:pt idx="793">
                    <c:v>794</c:v>
                  </c:pt>
                  <c:pt idx="794">
                    <c:v>795</c:v>
                  </c:pt>
                  <c:pt idx="795">
                    <c:v>796</c:v>
                  </c:pt>
                  <c:pt idx="796">
                    <c:v>797</c:v>
                  </c:pt>
                  <c:pt idx="797">
                    <c:v>798</c:v>
                  </c:pt>
                  <c:pt idx="798">
                    <c:v>799</c:v>
                  </c:pt>
                  <c:pt idx="799">
                    <c:v>800</c:v>
                  </c:pt>
                  <c:pt idx="800">
                    <c:v>801</c:v>
                  </c:pt>
                  <c:pt idx="801">
                    <c:v>802</c:v>
                  </c:pt>
                  <c:pt idx="802">
                    <c:v>803</c:v>
                  </c:pt>
                  <c:pt idx="803">
                    <c:v>804</c:v>
                  </c:pt>
                  <c:pt idx="804">
                    <c:v>805</c:v>
                  </c:pt>
                  <c:pt idx="805">
                    <c:v>806</c:v>
                  </c:pt>
                  <c:pt idx="806">
                    <c:v>807</c:v>
                  </c:pt>
                  <c:pt idx="807">
                    <c:v>808</c:v>
                  </c:pt>
                  <c:pt idx="808">
                    <c:v>809</c:v>
                  </c:pt>
                  <c:pt idx="809">
                    <c:v>810</c:v>
                  </c:pt>
                  <c:pt idx="810">
                    <c:v>811</c:v>
                  </c:pt>
                  <c:pt idx="811">
                    <c:v>812</c:v>
                  </c:pt>
                  <c:pt idx="812">
                    <c:v>813</c:v>
                  </c:pt>
                  <c:pt idx="813">
                    <c:v>814</c:v>
                  </c:pt>
                  <c:pt idx="814">
                    <c:v>815</c:v>
                  </c:pt>
                  <c:pt idx="815">
                    <c:v>816</c:v>
                  </c:pt>
                  <c:pt idx="816">
                    <c:v>817</c:v>
                  </c:pt>
                  <c:pt idx="817">
                    <c:v>818</c:v>
                  </c:pt>
                  <c:pt idx="818">
                    <c:v>819</c:v>
                  </c:pt>
                  <c:pt idx="819">
                    <c:v>820</c:v>
                  </c:pt>
                  <c:pt idx="820">
                    <c:v>821</c:v>
                  </c:pt>
                  <c:pt idx="821">
                    <c:v>822</c:v>
                  </c:pt>
                  <c:pt idx="822">
                    <c:v>823</c:v>
                  </c:pt>
                  <c:pt idx="823">
                    <c:v>824</c:v>
                  </c:pt>
                  <c:pt idx="824">
                    <c:v>825</c:v>
                  </c:pt>
                  <c:pt idx="825">
                    <c:v>826</c:v>
                  </c:pt>
                  <c:pt idx="826">
                    <c:v>827</c:v>
                  </c:pt>
                  <c:pt idx="827">
                    <c:v>828</c:v>
                  </c:pt>
                  <c:pt idx="828">
                    <c:v>829</c:v>
                  </c:pt>
                  <c:pt idx="829">
                    <c:v>830</c:v>
                  </c:pt>
                  <c:pt idx="830">
                    <c:v>831</c:v>
                  </c:pt>
                  <c:pt idx="831">
                    <c:v>832</c:v>
                  </c:pt>
                  <c:pt idx="832">
                    <c:v>833</c:v>
                  </c:pt>
                  <c:pt idx="833">
                    <c:v>834</c:v>
                  </c:pt>
                  <c:pt idx="834">
                    <c:v>835</c:v>
                  </c:pt>
                  <c:pt idx="835">
                    <c:v>836</c:v>
                  </c:pt>
                  <c:pt idx="836">
                    <c:v>837</c:v>
                  </c:pt>
                  <c:pt idx="837">
                    <c:v>838</c:v>
                  </c:pt>
                  <c:pt idx="838">
                    <c:v>839</c:v>
                  </c:pt>
                  <c:pt idx="839">
                    <c:v>840</c:v>
                  </c:pt>
                  <c:pt idx="840">
                    <c:v>841</c:v>
                  </c:pt>
                  <c:pt idx="841">
                    <c:v>842</c:v>
                  </c:pt>
                  <c:pt idx="842">
                    <c:v>843</c:v>
                  </c:pt>
                  <c:pt idx="843">
                    <c:v>844</c:v>
                  </c:pt>
                  <c:pt idx="844">
                    <c:v>845</c:v>
                  </c:pt>
                  <c:pt idx="845">
                    <c:v>846</c:v>
                  </c:pt>
                  <c:pt idx="846">
                    <c:v>847</c:v>
                  </c:pt>
                  <c:pt idx="847">
                    <c:v>848</c:v>
                  </c:pt>
                  <c:pt idx="848">
                    <c:v>849</c:v>
                  </c:pt>
                  <c:pt idx="849">
                    <c:v>850</c:v>
                  </c:pt>
                  <c:pt idx="850">
                    <c:v>851</c:v>
                  </c:pt>
                  <c:pt idx="851">
                    <c:v>852</c:v>
                  </c:pt>
                  <c:pt idx="852">
                    <c:v>853</c:v>
                  </c:pt>
                  <c:pt idx="853">
                    <c:v>854</c:v>
                  </c:pt>
                  <c:pt idx="854">
                    <c:v>855</c:v>
                  </c:pt>
                  <c:pt idx="855">
                    <c:v>856</c:v>
                  </c:pt>
                  <c:pt idx="856">
                    <c:v>857</c:v>
                  </c:pt>
                  <c:pt idx="857">
                    <c:v>858</c:v>
                  </c:pt>
                  <c:pt idx="858">
                    <c:v>859</c:v>
                  </c:pt>
                  <c:pt idx="859">
                    <c:v>860</c:v>
                  </c:pt>
                  <c:pt idx="860">
                    <c:v>861</c:v>
                  </c:pt>
                  <c:pt idx="861">
                    <c:v>862</c:v>
                  </c:pt>
                  <c:pt idx="862">
                    <c:v>863</c:v>
                  </c:pt>
                  <c:pt idx="863">
                    <c:v>864</c:v>
                  </c:pt>
                  <c:pt idx="864">
                    <c:v>865</c:v>
                  </c:pt>
                  <c:pt idx="865">
                    <c:v>866</c:v>
                  </c:pt>
                  <c:pt idx="866">
                    <c:v>867</c:v>
                  </c:pt>
                  <c:pt idx="867">
                    <c:v>868</c:v>
                  </c:pt>
                  <c:pt idx="868">
                    <c:v>869</c:v>
                  </c:pt>
                  <c:pt idx="869">
                    <c:v>870</c:v>
                  </c:pt>
                  <c:pt idx="870">
                    <c:v>871</c:v>
                  </c:pt>
                  <c:pt idx="871">
                    <c:v>872</c:v>
                  </c:pt>
                  <c:pt idx="872">
                    <c:v>873</c:v>
                  </c:pt>
                  <c:pt idx="873">
                    <c:v>874</c:v>
                  </c:pt>
                  <c:pt idx="874">
                    <c:v>875</c:v>
                  </c:pt>
                  <c:pt idx="875">
                    <c:v>876</c:v>
                  </c:pt>
                  <c:pt idx="876">
                    <c:v>877</c:v>
                  </c:pt>
                  <c:pt idx="877">
                    <c:v>878</c:v>
                  </c:pt>
                  <c:pt idx="878">
                    <c:v>879</c:v>
                  </c:pt>
                  <c:pt idx="879">
                    <c:v>880</c:v>
                  </c:pt>
                  <c:pt idx="880">
                    <c:v>881</c:v>
                  </c:pt>
                  <c:pt idx="881">
                    <c:v>882</c:v>
                  </c:pt>
                  <c:pt idx="882">
                    <c:v>883</c:v>
                  </c:pt>
                  <c:pt idx="883">
                    <c:v>884</c:v>
                  </c:pt>
                  <c:pt idx="884">
                    <c:v>885</c:v>
                  </c:pt>
                  <c:pt idx="885">
                    <c:v>886</c:v>
                  </c:pt>
                  <c:pt idx="886">
                    <c:v>887</c:v>
                  </c:pt>
                  <c:pt idx="887">
                    <c:v>888</c:v>
                  </c:pt>
                  <c:pt idx="888">
                    <c:v>889</c:v>
                  </c:pt>
                  <c:pt idx="889">
                    <c:v>890</c:v>
                  </c:pt>
                  <c:pt idx="890">
                    <c:v>891</c:v>
                  </c:pt>
                  <c:pt idx="891">
                    <c:v>892</c:v>
                  </c:pt>
                  <c:pt idx="892">
                    <c:v>893</c:v>
                  </c:pt>
                  <c:pt idx="893">
                    <c:v>894</c:v>
                  </c:pt>
                  <c:pt idx="894">
                    <c:v>895</c:v>
                  </c:pt>
                  <c:pt idx="895">
                    <c:v>896</c:v>
                  </c:pt>
                  <c:pt idx="896">
                    <c:v>897</c:v>
                  </c:pt>
                  <c:pt idx="897">
                    <c:v>898</c:v>
                  </c:pt>
                  <c:pt idx="898">
                    <c:v>899</c:v>
                  </c:pt>
                  <c:pt idx="899">
                    <c:v>900</c:v>
                  </c:pt>
                  <c:pt idx="900">
                    <c:v>901</c:v>
                  </c:pt>
                  <c:pt idx="901">
                    <c:v>902</c:v>
                  </c:pt>
                  <c:pt idx="902">
                    <c:v>903</c:v>
                  </c:pt>
                  <c:pt idx="903">
                    <c:v>904</c:v>
                  </c:pt>
                  <c:pt idx="904">
                    <c:v>905</c:v>
                  </c:pt>
                  <c:pt idx="905">
                    <c:v>906</c:v>
                  </c:pt>
                  <c:pt idx="906">
                    <c:v>907</c:v>
                  </c:pt>
                  <c:pt idx="907">
                    <c:v>908</c:v>
                  </c:pt>
                  <c:pt idx="908">
                    <c:v>909</c:v>
                  </c:pt>
                  <c:pt idx="909">
                    <c:v>910</c:v>
                  </c:pt>
                  <c:pt idx="910">
                    <c:v>911</c:v>
                  </c:pt>
                  <c:pt idx="911">
                    <c:v>912</c:v>
                  </c:pt>
                  <c:pt idx="912">
                    <c:v>913</c:v>
                  </c:pt>
                  <c:pt idx="913">
                    <c:v>914</c:v>
                  </c:pt>
                  <c:pt idx="914">
                    <c:v>915</c:v>
                  </c:pt>
                  <c:pt idx="915">
                    <c:v>916</c:v>
                  </c:pt>
                  <c:pt idx="916">
                    <c:v>917</c:v>
                  </c:pt>
                  <c:pt idx="917">
                    <c:v>918</c:v>
                  </c:pt>
                  <c:pt idx="918">
                    <c:v>919</c:v>
                  </c:pt>
                  <c:pt idx="919">
                    <c:v>920</c:v>
                  </c:pt>
                  <c:pt idx="920">
                    <c:v>921</c:v>
                  </c:pt>
                  <c:pt idx="921">
                    <c:v>922</c:v>
                  </c:pt>
                  <c:pt idx="922">
                    <c:v>923</c:v>
                  </c:pt>
                  <c:pt idx="923">
                    <c:v>924</c:v>
                  </c:pt>
                  <c:pt idx="924">
                    <c:v>925</c:v>
                  </c:pt>
                  <c:pt idx="925">
                    <c:v>926</c:v>
                  </c:pt>
                  <c:pt idx="926">
                    <c:v>927</c:v>
                  </c:pt>
                  <c:pt idx="927">
                    <c:v>928</c:v>
                  </c:pt>
                  <c:pt idx="928">
                    <c:v>929</c:v>
                  </c:pt>
                  <c:pt idx="929">
                    <c:v>930</c:v>
                  </c:pt>
                  <c:pt idx="930">
                    <c:v>931</c:v>
                  </c:pt>
                  <c:pt idx="931">
                    <c:v>932</c:v>
                  </c:pt>
                  <c:pt idx="932">
                    <c:v>933</c:v>
                  </c:pt>
                  <c:pt idx="933">
                    <c:v>934</c:v>
                  </c:pt>
                  <c:pt idx="934">
                    <c:v>935</c:v>
                  </c:pt>
                  <c:pt idx="935">
                    <c:v>936</c:v>
                  </c:pt>
                  <c:pt idx="936">
                    <c:v>937</c:v>
                  </c:pt>
                  <c:pt idx="937">
                    <c:v>938</c:v>
                  </c:pt>
                  <c:pt idx="938">
                    <c:v>939</c:v>
                  </c:pt>
                  <c:pt idx="939">
                    <c:v>940</c:v>
                  </c:pt>
                  <c:pt idx="940">
                    <c:v>941</c:v>
                  </c:pt>
                  <c:pt idx="941">
                    <c:v>942</c:v>
                  </c:pt>
                  <c:pt idx="942">
                    <c:v>943</c:v>
                  </c:pt>
                  <c:pt idx="943">
                    <c:v>944</c:v>
                  </c:pt>
                  <c:pt idx="944">
                    <c:v>945</c:v>
                  </c:pt>
                  <c:pt idx="945">
                    <c:v>946</c:v>
                  </c:pt>
                  <c:pt idx="946">
                    <c:v>947</c:v>
                  </c:pt>
                  <c:pt idx="947">
                    <c:v>948</c:v>
                  </c:pt>
                  <c:pt idx="948">
                    <c:v>949</c:v>
                  </c:pt>
                  <c:pt idx="949">
                    <c:v>950</c:v>
                  </c:pt>
                  <c:pt idx="950">
                    <c:v>951</c:v>
                  </c:pt>
                  <c:pt idx="951">
                    <c:v>952</c:v>
                  </c:pt>
                  <c:pt idx="952">
                    <c:v>953</c:v>
                  </c:pt>
                  <c:pt idx="953">
                    <c:v>954</c:v>
                  </c:pt>
                  <c:pt idx="954">
                    <c:v>955</c:v>
                  </c:pt>
                  <c:pt idx="955">
                    <c:v>956</c:v>
                  </c:pt>
                  <c:pt idx="956">
                    <c:v>957</c:v>
                  </c:pt>
                  <c:pt idx="957">
                    <c:v>958</c:v>
                  </c:pt>
                  <c:pt idx="958">
                    <c:v>959</c:v>
                  </c:pt>
                  <c:pt idx="959">
                    <c:v>960</c:v>
                  </c:pt>
                  <c:pt idx="960">
                    <c:v>961</c:v>
                  </c:pt>
                  <c:pt idx="961">
                    <c:v>962</c:v>
                  </c:pt>
                  <c:pt idx="962">
                    <c:v>963</c:v>
                  </c:pt>
                  <c:pt idx="963">
                    <c:v>964</c:v>
                  </c:pt>
                  <c:pt idx="964">
                    <c:v>965</c:v>
                  </c:pt>
                  <c:pt idx="965">
                    <c:v>966</c:v>
                  </c:pt>
                  <c:pt idx="966">
                    <c:v>967</c:v>
                  </c:pt>
                  <c:pt idx="967">
                    <c:v>968</c:v>
                  </c:pt>
                  <c:pt idx="968">
                    <c:v>969</c:v>
                  </c:pt>
                  <c:pt idx="969">
                    <c:v>970</c:v>
                  </c:pt>
                  <c:pt idx="970">
                    <c:v>971</c:v>
                  </c:pt>
                  <c:pt idx="971">
                    <c:v>972</c:v>
                  </c:pt>
                  <c:pt idx="972">
                    <c:v>973</c:v>
                  </c:pt>
                  <c:pt idx="973">
                    <c:v>974</c:v>
                  </c:pt>
                  <c:pt idx="974">
                    <c:v>975</c:v>
                  </c:pt>
                  <c:pt idx="975">
                    <c:v>976</c:v>
                  </c:pt>
                  <c:pt idx="976">
                    <c:v>977</c:v>
                  </c:pt>
                  <c:pt idx="977">
                    <c:v>978</c:v>
                  </c:pt>
                  <c:pt idx="978">
                    <c:v>979</c:v>
                  </c:pt>
                  <c:pt idx="979">
                    <c:v>980</c:v>
                  </c:pt>
                  <c:pt idx="980">
                    <c:v>981</c:v>
                  </c:pt>
                  <c:pt idx="981">
                    <c:v>982</c:v>
                  </c:pt>
                  <c:pt idx="982">
                    <c:v>983</c:v>
                  </c:pt>
                  <c:pt idx="983">
                    <c:v>984</c:v>
                  </c:pt>
                  <c:pt idx="984">
                    <c:v>985</c:v>
                  </c:pt>
                  <c:pt idx="985">
                    <c:v>986</c:v>
                  </c:pt>
                  <c:pt idx="986">
                    <c:v>987</c:v>
                  </c:pt>
                  <c:pt idx="987">
                    <c:v>988</c:v>
                  </c:pt>
                  <c:pt idx="988">
                    <c:v>989</c:v>
                  </c:pt>
                  <c:pt idx="989">
                    <c:v>990</c:v>
                  </c:pt>
                  <c:pt idx="990">
                    <c:v>991</c:v>
                  </c:pt>
                  <c:pt idx="991">
                    <c:v>992</c:v>
                  </c:pt>
                  <c:pt idx="992">
                    <c:v>993</c:v>
                  </c:pt>
                  <c:pt idx="993">
                    <c:v>994</c:v>
                  </c:pt>
                  <c:pt idx="994">
                    <c:v>995</c:v>
                  </c:pt>
                  <c:pt idx="995">
                    <c:v>996</c:v>
                  </c:pt>
                  <c:pt idx="996">
                    <c:v>997</c:v>
                  </c:pt>
                  <c:pt idx="997">
                    <c:v>998</c:v>
                  </c:pt>
                  <c:pt idx="998">
                    <c:v>999</c:v>
                  </c:pt>
                  <c:pt idx="999">
                    <c:v>1000</c:v>
                  </c:pt>
                </c:lvl>
              </c:multiLvlStrCache>
            </c:multiLvlStrRef>
          </c:cat>
          <c:val>
            <c:numRef>
              <c:f>Sheet1!$B$2:$B$1001</c:f>
              <c:numCache>
                <c:formatCode>General</c:formatCode>
                <c:ptCount val="1000"/>
                <c:pt idx="0">
                  <c:v>1.5183805227279663</c:v>
                </c:pt>
                <c:pt idx="1">
                  <c:v>1.435701847076416</c:v>
                </c:pt>
                <c:pt idx="2">
                  <c:v>1.4344342947006226</c:v>
                </c:pt>
                <c:pt idx="3">
                  <c:v>1.44997239112854</c:v>
                </c:pt>
                <c:pt idx="4">
                  <c:v>1.4965325593948364</c:v>
                </c:pt>
                <c:pt idx="5">
                  <c:v>1.5974050760269165</c:v>
                </c:pt>
                <c:pt idx="6">
                  <c:v>1.5534741878509521</c:v>
                </c:pt>
                <c:pt idx="7">
                  <c:v>1.5278743505477905</c:v>
                </c:pt>
                <c:pt idx="8">
                  <c:v>1.468847632408142</c:v>
                </c:pt>
                <c:pt idx="9">
                  <c:v>1.4070688486099243</c:v>
                </c:pt>
                <c:pt idx="10">
                  <c:v>1.5876691341400146</c:v>
                </c:pt>
                <c:pt idx="11">
                  <c:v>1.316598892211914</c:v>
                </c:pt>
                <c:pt idx="12">
                  <c:v>1.5895646810531616</c:v>
                </c:pt>
                <c:pt idx="13">
                  <c:v>1.3674283027648926</c:v>
                </c:pt>
                <c:pt idx="14">
                  <c:v>1.3780262470245361</c:v>
                </c:pt>
                <c:pt idx="15">
                  <c:v>1.4309359788894653</c:v>
                </c:pt>
                <c:pt idx="16">
                  <c:v>1.3894027471542358</c:v>
                </c:pt>
                <c:pt idx="17">
                  <c:v>1.3065109252929688</c:v>
                </c:pt>
                <c:pt idx="18">
                  <c:v>1.4423578977584839</c:v>
                </c:pt>
                <c:pt idx="19">
                  <c:v>1.3411153554916382</c:v>
                </c:pt>
                <c:pt idx="20">
                  <c:v>1.3747166395187378</c:v>
                </c:pt>
                <c:pt idx="21">
                  <c:v>1.2757835388183594</c:v>
                </c:pt>
                <c:pt idx="22">
                  <c:v>1.2752337455749512</c:v>
                </c:pt>
                <c:pt idx="23">
                  <c:v>1.242916464805603</c:v>
                </c:pt>
                <c:pt idx="24">
                  <c:v>1.225928544998169</c:v>
                </c:pt>
                <c:pt idx="25">
                  <c:v>1.2409992218017578</c:v>
                </c:pt>
                <c:pt idx="26">
                  <c:v>1.1504915952682495</c:v>
                </c:pt>
                <c:pt idx="27">
                  <c:v>1.2530182600021362</c:v>
                </c:pt>
                <c:pt idx="28">
                  <c:v>1.1945827007293701</c:v>
                </c:pt>
                <c:pt idx="29">
                  <c:v>1.2088007926940918</c:v>
                </c:pt>
                <c:pt idx="30">
                  <c:v>1.1592525243759155</c:v>
                </c:pt>
                <c:pt idx="31">
                  <c:v>1.3437429666519165</c:v>
                </c:pt>
                <c:pt idx="32">
                  <c:v>1.3671268224716187</c:v>
                </c:pt>
                <c:pt idx="33">
                  <c:v>1.3449451923370361</c:v>
                </c:pt>
                <c:pt idx="34">
                  <c:v>1.253452181816101</c:v>
                </c:pt>
                <c:pt idx="35">
                  <c:v>1.2432169914245605</c:v>
                </c:pt>
                <c:pt idx="36">
                  <c:v>1.1424200534820557</c:v>
                </c:pt>
                <c:pt idx="37">
                  <c:v>1.1444917917251587</c:v>
                </c:pt>
                <c:pt idx="38">
                  <c:v>1.218117117881775</c:v>
                </c:pt>
                <c:pt idx="39">
                  <c:v>1.1504243612289429</c:v>
                </c:pt>
                <c:pt idx="40">
                  <c:v>1.2008090019226074</c:v>
                </c:pt>
                <c:pt idx="41">
                  <c:v>1.1280086040496826</c:v>
                </c:pt>
                <c:pt idx="42">
                  <c:v>1.0848486423492432</c:v>
                </c:pt>
                <c:pt idx="43">
                  <c:v>1.1027494668960571</c:v>
                </c:pt>
                <c:pt idx="44">
                  <c:v>1.1320679187774658</c:v>
                </c:pt>
                <c:pt idx="45">
                  <c:v>1.0285828113555908</c:v>
                </c:pt>
                <c:pt idx="46">
                  <c:v>1.1951673030853271</c:v>
                </c:pt>
                <c:pt idx="47">
                  <c:v>1.1404306888580322</c:v>
                </c:pt>
                <c:pt idx="48">
                  <c:v>1.191975474357605</c:v>
                </c:pt>
                <c:pt idx="49">
                  <c:v>1.0483059883117676</c:v>
                </c:pt>
                <c:pt idx="50">
                  <c:v>1.0545728206634521</c:v>
                </c:pt>
                <c:pt idx="51">
                  <c:v>1.042523741722107</c:v>
                </c:pt>
                <c:pt idx="52">
                  <c:v>1.0286272764205933</c:v>
                </c:pt>
                <c:pt idx="53">
                  <c:v>1.032415747642517</c:v>
                </c:pt>
                <c:pt idx="54">
                  <c:v>0.9693518280982971</c:v>
                </c:pt>
                <c:pt idx="55">
                  <c:v>1.0856373310089111</c:v>
                </c:pt>
                <c:pt idx="56">
                  <c:v>0.9047389030456543</c:v>
                </c:pt>
                <c:pt idx="57">
                  <c:v>1.070697546005249</c:v>
                </c:pt>
                <c:pt idx="58">
                  <c:v>0.8848206400871277</c:v>
                </c:pt>
                <c:pt idx="59">
                  <c:v>0.9825859665870667</c:v>
                </c:pt>
                <c:pt idx="60">
                  <c:v>0.8738017082214355</c:v>
                </c:pt>
                <c:pt idx="61">
                  <c:v>0.8191754221916199</c:v>
                </c:pt>
                <c:pt idx="62">
                  <c:v>0.898038923740387</c:v>
                </c:pt>
                <c:pt idx="63">
                  <c:v>0.8708502054214478</c:v>
                </c:pt>
                <c:pt idx="64">
                  <c:v>0.7353694438934326</c:v>
                </c:pt>
                <c:pt idx="65">
                  <c:v>0.8249526619911194</c:v>
                </c:pt>
                <c:pt idx="66">
                  <c:v>0.8490129709243774</c:v>
                </c:pt>
                <c:pt idx="67">
                  <c:v>0.8728458285331726</c:v>
                </c:pt>
                <c:pt idx="68">
                  <c:v>0.8824784755706787</c:v>
                </c:pt>
                <c:pt idx="69">
                  <c:v>0.6863418817520142</c:v>
                </c:pt>
                <c:pt idx="70">
                  <c:v>0.7920466065406799</c:v>
                </c:pt>
                <c:pt idx="71">
                  <c:v>0.6534945964813232</c:v>
                </c:pt>
                <c:pt idx="72">
                  <c:v>0.6541473269462585</c:v>
                </c:pt>
                <c:pt idx="73">
                  <c:v>0.7847660779953003</c:v>
                </c:pt>
                <c:pt idx="74">
                  <c:v>0.7482210397720337</c:v>
                </c:pt>
                <c:pt idx="75">
                  <c:v>0.5904826521873474</c:v>
                </c:pt>
                <c:pt idx="76">
                  <c:v>0.7179086208343506</c:v>
                </c:pt>
                <c:pt idx="77">
                  <c:v>0.6064738035202026</c:v>
                </c:pt>
                <c:pt idx="78">
                  <c:v>0.7529045343399048</c:v>
                </c:pt>
                <c:pt idx="79">
                  <c:v>0.5009927153587341</c:v>
                </c:pt>
                <c:pt idx="80">
                  <c:v>0.6461818814277649</c:v>
                </c:pt>
                <c:pt idx="81">
                  <c:v>0.6821476221084595</c:v>
                </c:pt>
                <c:pt idx="82">
                  <c:v>0.6493141651153564</c:v>
                </c:pt>
                <c:pt idx="83">
                  <c:v>0.4130704998970032</c:v>
                </c:pt>
                <c:pt idx="84">
                  <c:v>0.4953864514827728</c:v>
                </c:pt>
                <c:pt idx="85">
                  <c:v>0.6475672125816345</c:v>
                </c:pt>
                <c:pt idx="86">
                  <c:v>0.5624731183052063</c:v>
                </c:pt>
                <c:pt idx="87">
                  <c:v>0.5855333209037781</c:v>
                </c:pt>
                <c:pt idx="88">
                  <c:v>0.5103679895401001</c:v>
                </c:pt>
                <c:pt idx="89">
                  <c:v>0.38023465871810913</c:v>
                </c:pt>
                <c:pt idx="90">
                  <c:v>0.4184824824333191</c:v>
                </c:pt>
                <c:pt idx="91">
                  <c:v>0.4785478115081787</c:v>
                </c:pt>
                <c:pt idx="92">
                  <c:v>0.825315535068512</c:v>
                </c:pt>
                <c:pt idx="93">
                  <c:v>0.6123000383377075</c:v>
                </c:pt>
                <c:pt idx="94">
                  <c:v>0.638077974319458</c:v>
                </c:pt>
                <c:pt idx="95">
                  <c:v>0.6440204977989197</c:v>
                </c:pt>
                <c:pt idx="96">
                  <c:v>0.48623502254486084</c:v>
                </c:pt>
                <c:pt idx="97">
                  <c:v>0.4612103998661041</c:v>
                </c:pt>
                <c:pt idx="98">
                  <c:v>0.5627893209457397</c:v>
                </c:pt>
                <c:pt idx="99">
                  <c:v>0.6181970834732056</c:v>
                </c:pt>
                <c:pt idx="100">
                  <c:v>0.4769095182418823</c:v>
                </c:pt>
                <c:pt idx="101">
                  <c:v>0.4398218095302582</c:v>
                </c:pt>
                <c:pt idx="102">
                  <c:v>0.44163134694099426</c:v>
                </c:pt>
                <c:pt idx="103">
                  <c:v>0.5177849531173706</c:v>
                </c:pt>
                <c:pt idx="104">
                  <c:v>0.5731894969940186</c:v>
                </c:pt>
                <c:pt idx="105">
                  <c:v>0.4951306879520416</c:v>
                </c:pt>
                <c:pt idx="106">
                  <c:v>0.5554910898208618</c:v>
                </c:pt>
                <c:pt idx="107">
                  <c:v>0.5211501121520996</c:v>
                </c:pt>
                <c:pt idx="108">
                  <c:v>0.5980389714241028</c:v>
                </c:pt>
                <c:pt idx="109">
                  <c:v>0.4072647988796234</c:v>
                </c:pt>
                <c:pt idx="110">
                  <c:v>0.5272457599639893</c:v>
                </c:pt>
                <c:pt idx="111">
                  <c:v>0.6521453857421875</c:v>
                </c:pt>
                <c:pt idx="112">
                  <c:v>0.5918294787406921</c:v>
                </c:pt>
                <c:pt idx="113">
                  <c:v>0.40914386510849</c:v>
                </c:pt>
                <c:pt idx="114">
                  <c:v>0.5477995276451111</c:v>
                </c:pt>
                <c:pt idx="115">
                  <c:v>0.4806419909000397</c:v>
                </c:pt>
                <c:pt idx="116">
                  <c:v>0.4471138119697571</c:v>
                </c:pt>
                <c:pt idx="117">
                  <c:v>0.6168597936630249</c:v>
                </c:pt>
                <c:pt idx="118">
                  <c:v>0.6831413507461548</c:v>
                </c:pt>
                <c:pt idx="119">
                  <c:v>0.6190866827964783</c:v>
                </c:pt>
                <c:pt idx="120">
                  <c:v>0.5972862243652344</c:v>
                </c:pt>
                <c:pt idx="121">
                  <c:v>0.4807048738002777</c:v>
                </c:pt>
                <c:pt idx="122">
                  <c:v>0.4920922517776489</c:v>
                </c:pt>
                <c:pt idx="123">
                  <c:v>0.4125126600265503</c:v>
                </c:pt>
                <c:pt idx="124">
                  <c:v>0.278531551361084</c:v>
                </c:pt>
                <c:pt idx="125">
                  <c:v>0.413817822933197</c:v>
                </c:pt>
                <c:pt idx="126">
                  <c:v>0.5474381446838379</c:v>
                </c:pt>
                <c:pt idx="127">
                  <c:v>0.3207806348800659</c:v>
                </c:pt>
                <c:pt idx="128">
                  <c:v>0.3876703381538391</c:v>
                </c:pt>
                <c:pt idx="129">
                  <c:v>0.3327605426311493</c:v>
                </c:pt>
                <c:pt idx="130">
                  <c:v>0.43581902980804443</c:v>
                </c:pt>
                <c:pt idx="131">
                  <c:v>0.39649999141693115</c:v>
                </c:pt>
                <c:pt idx="132">
                  <c:v>0.4441971778869629</c:v>
                </c:pt>
                <c:pt idx="133">
                  <c:v>0.508087694644928</c:v>
                </c:pt>
                <c:pt idx="134">
                  <c:v>0.41929471492767334</c:v>
                </c:pt>
                <c:pt idx="135">
                  <c:v>0.37002044916152954</c:v>
                </c:pt>
                <c:pt idx="136">
                  <c:v>0.3713356554508209</c:v>
                </c:pt>
                <c:pt idx="137">
                  <c:v>0.33864089846611023</c:v>
                </c:pt>
                <c:pt idx="138">
                  <c:v>0.4488242268562317</c:v>
                </c:pt>
                <c:pt idx="139">
                  <c:v>0.5087531208992004</c:v>
                </c:pt>
                <c:pt idx="140">
                  <c:v>0.3790573477745056</c:v>
                </c:pt>
                <c:pt idx="141">
                  <c:v>0.2746841311454773</c:v>
                </c:pt>
                <c:pt idx="142">
                  <c:v>0.5255103707313538</c:v>
                </c:pt>
                <c:pt idx="143">
                  <c:v>0.42924636602401733</c:v>
                </c:pt>
                <c:pt idx="144">
                  <c:v>0.5354586243629456</c:v>
                </c:pt>
                <c:pt idx="145">
                  <c:v>0.6730865836143494</c:v>
                </c:pt>
                <c:pt idx="146">
                  <c:v>0.47255057096481323</c:v>
                </c:pt>
                <c:pt idx="147">
                  <c:v>0.3696316182613373</c:v>
                </c:pt>
                <c:pt idx="148">
                  <c:v>0.4914865493774414</c:v>
                </c:pt>
                <c:pt idx="149">
                  <c:v>0.464019775390625</c:v>
                </c:pt>
                <c:pt idx="150">
                  <c:v>0.5525134801864624</c:v>
                </c:pt>
                <c:pt idx="151">
                  <c:v>0.5211409330368042</c:v>
                </c:pt>
                <c:pt idx="152">
                  <c:v>0.4502725899219513</c:v>
                </c:pt>
                <c:pt idx="153">
                  <c:v>0.3693679869174957</c:v>
                </c:pt>
                <c:pt idx="154">
                  <c:v>0.4275411367416382</c:v>
                </c:pt>
                <c:pt idx="155">
                  <c:v>0.5670623779296875</c:v>
                </c:pt>
                <c:pt idx="156">
                  <c:v>0.3743589222431183</c:v>
                </c:pt>
                <c:pt idx="157">
                  <c:v>0.3984796106815338</c:v>
                </c:pt>
                <c:pt idx="158">
                  <c:v>0.2814868092536926</c:v>
                </c:pt>
                <c:pt idx="159">
                  <c:v>0.30369454622268677</c:v>
                </c:pt>
                <c:pt idx="160">
                  <c:v>0.399617463350296</c:v>
                </c:pt>
                <c:pt idx="161">
                  <c:v>0.38648974895477295</c:v>
                </c:pt>
                <c:pt idx="162">
                  <c:v>0.30510085821151733</c:v>
                </c:pt>
                <c:pt idx="163">
                  <c:v>0.31579458713531494</c:v>
                </c:pt>
                <c:pt idx="164">
                  <c:v>0.428457111120224</c:v>
                </c:pt>
                <c:pt idx="165">
                  <c:v>0.47141438722610474</c:v>
                </c:pt>
                <c:pt idx="166">
                  <c:v>0.27828821539878845</c:v>
                </c:pt>
                <c:pt idx="167">
                  <c:v>0.3853740990161896</c:v>
                </c:pt>
                <c:pt idx="168">
                  <c:v>0.45097222924232483</c:v>
                </c:pt>
                <c:pt idx="169">
                  <c:v>0.3516980707645416</c:v>
                </c:pt>
                <c:pt idx="170">
                  <c:v>0.3197721242904663</c:v>
                </c:pt>
                <c:pt idx="171">
                  <c:v>0.44690370559692383</c:v>
                </c:pt>
                <c:pt idx="172">
                  <c:v>0.3714807331562042</c:v>
                </c:pt>
                <c:pt idx="173">
                  <c:v>0.4631355106830597</c:v>
                </c:pt>
                <c:pt idx="174">
                  <c:v>0.3869466185569763</c:v>
                </c:pt>
                <c:pt idx="175">
                  <c:v>0.34233027696609497</c:v>
                </c:pt>
                <c:pt idx="176">
                  <c:v>0.4730261266231537</c:v>
                </c:pt>
                <c:pt idx="177">
                  <c:v>0.270187109708786</c:v>
                </c:pt>
                <c:pt idx="178">
                  <c:v>0.37787288427352905</c:v>
                </c:pt>
                <c:pt idx="179">
                  <c:v>0.3212939500808716</c:v>
                </c:pt>
                <c:pt idx="180">
                  <c:v>0.3697556257247925</c:v>
                </c:pt>
                <c:pt idx="181">
                  <c:v>0.3427237272262573</c:v>
                </c:pt>
                <c:pt idx="182">
                  <c:v>0.45363837480545044</c:v>
                </c:pt>
                <c:pt idx="183">
                  <c:v>0.515722930431366</c:v>
                </c:pt>
                <c:pt idx="184">
                  <c:v>0.37230220437049866</c:v>
                </c:pt>
                <c:pt idx="185">
                  <c:v>0.43911460041999817</c:v>
                </c:pt>
                <c:pt idx="186">
                  <c:v>0.46609437465667725</c:v>
                </c:pt>
                <c:pt idx="187">
                  <c:v>0.3605053126811981</c:v>
                </c:pt>
                <c:pt idx="188">
                  <c:v>0.41336753964424133</c:v>
                </c:pt>
                <c:pt idx="189">
                  <c:v>0.30666160583496094</c:v>
                </c:pt>
                <c:pt idx="190">
                  <c:v>0.3772941529750824</c:v>
                </c:pt>
                <c:pt idx="191">
                  <c:v>0.46319857239723206</c:v>
                </c:pt>
                <c:pt idx="192">
                  <c:v>0.46504372358322144</c:v>
                </c:pt>
                <c:pt idx="193">
                  <c:v>0.2974267899990082</c:v>
                </c:pt>
                <c:pt idx="194">
                  <c:v>0.4050629734992981</c:v>
                </c:pt>
                <c:pt idx="195">
                  <c:v>0.3155168890953064</c:v>
                </c:pt>
                <c:pt idx="196">
                  <c:v>0.43544983863830566</c:v>
                </c:pt>
                <c:pt idx="197">
                  <c:v>0.3513339161872864</c:v>
                </c:pt>
                <c:pt idx="198">
                  <c:v>0.49357643723487854</c:v>
                </c:pt>
                <c:pt idx="199">
                  <c:v>0.4704740345478058</c:v>
                </c:pt>
                <c:pt idx="200">
                  <c:v>0.3181513547897339</c:v>
                </c:pt>
                <c:pt idx="201">
                  <c:v>0.45464572310447693</c:v>
                </c:pt>
                <c:pt idx="202">
                  <c:v>0.43178683519363403</c:v>
                </c:pt>
                <c:pt idx="203">
                  <c:v>0.3164767920970917</c:v>
                </c:pt>
                <c:pt idx="204">
                  <c:v>0.275160551071167</c:v>
                </c:pt>
                <c:pt idx="205">
                  <c:v>0.2474675327539444</c:v>
                </c:pt>
                <c:pt idx="206">
                  <c:v>0.3778150975704193</c:v>
                </c:pt>
                <c:pt idx="207">
                  <c:v>0.37781861424446106</c:v>
                </c:pt>
                <c:pt idx="208">
                  <c:v>0.3911249041557312</c:v>
                </c:pt>
                <c:pt idx="209">
                  <c:v>0.34234607219696045</c:v>
                </c:pt>
                <c:pt idx="210">
                  <c:v>0.4411090016365051</c:v>
                </c:pt>
                <c:pt idx="211">
                  <c:v>0.29911327362060547</c:v>
                </c:pt>
                <c:pt idx="212">
                  <c:v>0.4314875602722168</c:v>
                </c:pt>
                <c:pt idx="213">
                  <c:v>0.3133065700531006</c:v>
                </c:pt>
                <c:pt idx="214">
                  <c:v>0.3281794488430023</c:v>
                </c:pt>
                <c:pt idx="215">
                  <c:v>0.3408116102218628</c:v>
                </c:pt>
                <c:pt idx="216">
                  <c:v>0.3755212724208832</c:v>
                </c:pt>
                <c:pt idx="217">
                  <c:v>0.30150386691093445</c:v>
                </c:pt>
                <c:pt idx="218">
                  <c:v>0.4119359254837036</c:v>
                </c:pt>
                <c:pt idx="219">
                  <c:v>0.3527907133102417</c:v>
                </c:pt>
                <c:pt idx="220">
                  <c:v>0.3003472685813904</c:v>
                </c:pt>
                <c:pt idx="221">
                  <c:v>0.32180055975914</c:v>
                </c:pt>
                <c:pt idx="222">
                  <c:v>0.41160547733306885</c:v>
                </c:pt>
                <c:pt idx="223">
                  <c:v>0.22836774587631226</c:v>
                </c:pt>
                <c:pt idx="224">
                  <c:v>0.36600595712661743</c:v>
                </c:pt>
                <c:pt idx="225">
                  <c:v>0.25460362434387207</c:v>
                </c:pt>
                <c:pt idx="226">
                  <c:v>0.37463465332984924</c:v>
                </c:pt>
                <c:pt idx="227">
                  <c:v>0.3212678134441376</c:v>
                </c:pt>
                <c:pt idx="228">
                  <c:v>0.35876473784446716</c:v>
                </c:pt>
                <c:pt idx="229">
                  <c:v>0.3004593253135681</c:v>
                </c:pt>
                <c:pt idx="230">
                  <c:v>0.3968595266342163</c:v>
                </c:pt>
                <c:pt idx="231">
                  <c:v>0.37113648653030396</c:v>
                </c:pt>
                <c:pt idx="232">
                  <c:v>0.2790863513946533</c:v>
                </c:pt>
                <c:pt idx="233">
                  <c:v>0.3097091615200043</c:v>
                </c:pt>
                <c:pt idx="234">
                  <c:v>0.3031774163246155</c:v>
                </c:pt>
                <c:pt idx="235">
                  <c:v>0.3343290090560913</c:v>
                </c:pt>
                <c:pt idx="236">
                  <c:v>0.2926349341869354</c:v>
                </c:pt>
                <c:pt idx="237">
                  <c:v>0.37190020084381104</c:v>
                </c:pt>
                <c:pt idx="238">
                  <c:v>0.3037301003932953</c:v>
                </c:pt>
                <c:pt idx="239">
                  <c:v>0.32145625352859497</c:v>
                </c:pt>
                <c:pt idx="240">
                  <c:v>0.33012667298316956</c:v>
                </c:pt>
                <c:pt idx="241">
                  <c:v>0.3394242823123932</c:v>
                </c:pt>
                <c:pt idx="242">
                  <c:v>0.3898105025291443</c:v>
                </c:pt>
                <c:pt idx="243">
                  <c:v>0.3154824376106262</c:v>
                </c:pt>
                <c:pt idx="244">
                  <c:v>0.3001113831996918</c:v>
                </c:pt>
                <c:pt idx="245">
                  <c:v>0.32890138030052185</c:v>
                </c:pt>
                <c:pt idx="246">
                  <c:v>0.22167176008224487</c:v>
                </c:pt>
                <c:pt idx="247">
                  <c:v>0.3793552815914154</c:v>
                </c:pt>
                <c:pt idx="248">
                  <c:v>0.2780175805091858</c:v>
                </c:pt>
                <c:pt idx="249">
                  <c:v>0.3044230043888092</c:v>
                </c:pt>
                <c:pt idx="250">
                  <c:v>0.2723938822746277</c:v>
                </c:pt>
                <c:pt idx="251">
                  <c:v>0.27775710821151733</c:v>
                </c:pt>
                <c:pt idx="252">
                  <c:v>0.4171217083930969</c:v>
                </c:pt>
                <c:pt idx="253">
                  <c:v>0.48779740929603577</c:v>
                </c:pt>
                <c:pt idx="254">
                  <c:v>0.2314469963312149</c:v>
                </c:pt>
                <c:pt idx="255">
                  <c:v>0.3007875978946686</c:v>
                </c:pt>
                <c:pt idx="256">
                  <c:v>0.29091891646385193</c:v>
                </c:pt>
                <c:pt idx="257">
                  <c:v>0.35115301609039307</c:v>
                </c:pt>
                <c:pt idx="258">
                  <c:v>0.2761203944683075</c:v>
                </c:pt>
                <c:pt idx="259">
                  <c:v>0.3404196500778198</c:v>
                </c:pt>
                <c:pt idx="260">
                  <c:v>0.36631521582603455</c:v>
                </c:pt>
                <c:pt idx="261">
                  <c:v>0.2835269570350647</c:v>
                </c:pt>
                <c:pt idx="262">
                  <c:v>0.4260633587837219</c:v>
                </c:pt>
                <c:pt idx="263">
                  <c:v>0.25357872247695923</c:v>
                </c:pt>
                <c:pt idx="264">
                  <c:v>0.29676520824432373</c:v>
                </c:pt>
                <c:pt idx="265">
                  <c:v>0.3275729715824127</c:v>
                </c:pt>
                <c:pt idx="266">
                  <c:v>0.3356887996196747</c:v>
                </c:pt>
                <c:pt idx="267">
                  <c:v>0.2841208577156067</c:v>
                </c:pt>
                <c:pt idx="268">
                  <c:v>0.2378193438053131</c:v>
                </c:pt>
                <c:pt idx="269">
                  <c:v>0.19940830767154694</c:v>
                </c:pt>
                <c:pt idx="270">
                  <c:v>0.3781472146511078</c:v>
                </c:pt>
                <c:pt idx="271">
                  <c:v>0.3930979073047638</c:v>
                </c:pt>
                <c:pt idx="272">
                  <c:v>0.46646296977996826</c:v>
                </c:pt>
                <c:pt idx="273">
                  <c:v>0.248178631067276</c:v>
                </c:pt>
                <c:pt idx="274">
                  <c:v>0.31509944796562195</c:v>
                </c:pt>
                <c:pt idx="275">
                  <c:v>0.3125113248825073</c:v>
                </c:pt>
                <c:pt idx="276">
                  <c:v>0.471479207277298</c:v>
                </c:pt>
                <c:pt idx="277">
                  <c:v>0.4660739302635193</c:v>
                </c:pt>
                <c:pt idx="278">
                  <c:v>0.3343707323074341</c:v>
                </c:pt>
                <c:pt idx="279">
                  <c:v>0.4150189459323883</c:v>
                </c:pt>
                <c:pt idx="280">
                  <c:v>0.3598712086677551</c:v>
                </c:pt>
                <c:pt idx="281">
                  <c:v>0.4113486111164093</c:v>
                </c:pt>
                <c:pt idx="282">
                  <c:v>0.3230736255645752</c:v>
                </c:pt>
                <c:pt idx="283">
                  <c:v>0.21123069524765015</c:v>
                </c:pt>
                <c:pt idx="284">
                  <c:v>0.32363033294677734</c:v>
                </c:pt>
                <c:pt idx="285">
                  <c:v>0.3441867530345917</c:v>
                </c:pt>
                <c:pt idx="286">
                  <c:v>0.2888011038303375</c:v>
                </c:pt>
                <c:pt idx="287">
                  <c:v>0.19808146357536316</c:v>
                </c:pt>
                <c:pt idx="288">
                  <c:v>0.29904061555862427</c:v>
                </c:pt>
                <c:pt idx="289">
                  <c:v>0.3097069263458252</c:v>
                </c:pt>
                <c:pt idx="290">
                  <c:v>0.31300684809684753</c:v>
                </c:pt>
                <c:pt idx="291">
                  <c:v>0.2450798749923706</c:v>
                </c:pt>
                <c:pt idx="292">
                  <c:v>0.27644652128219604</c:v>
                </c:pt>
                <c:pt idx="293">
                  <c:v>0.307680606842041</c:v>
                </c:pt>
                <c:pt idx="294">
                  <c:v>0.27699145674705505</c:v>
                </c:pt>
                <c:pt idx="295">
                  <c:v>0.30255618691444397</c:v>
                </c:pt>
                <c:pt idx="296">
                  <c:v>0.344889372587204</c:v>
                </c:pt>
                <c:pt idx="297">
                  <c:v>0.3196178674697876</c:v>
                </c:pt>
                <c:pt idx="298">
                  <c:v>0.3453276753425598</c:v>
                </c:pt>
                <c:pt idx="299">
                  <c:v>0.23973935842514038</c:v>
                </c:pt>
                <c:pt idx="300">
                  <c:v>0.3128036558628082</c:v>
                </c:pt>
                <c:pt idx="301">
                  <c:v>0.2839318513870239</c:v>
                </c:pt>
                <c:pt idx="302">
                  <c:v>0.24145133793354034</c:v>
                </c:pt>
                <c:pt idx="303">
                  <c:v>0.33649322390556335</c:v>
                </c:pt>
                <c:pt idx="304">
                  <c:v>0.24432726204395294</c:v>
                </c:pt>
                <c:pt idx="305">
                  <c:v>0.33554607629776</c:v>
                </c:pt>
                <c:pt idx="306">
                  <c:v>0.31274664402008057</c:v>
                </c:pt>
                <c:pt idx="307">
                  <c:v>0.24160590767860413</c:v>
                </c:pt>
                <c:pt idx="308">
                  <c:v>0.278283953666687</c:v>
                </c:pt>
                <c:pt idx="309">
                  <c:v>0.27434271574020386</c:v>
                </c:pt>
                <c:pt idx="310">
                  <c:v>0.26303935050964355</c:v>
                </c:pt>
                <c:pt idx="311">
                  <c:v>0.2106422781944275</c:v>
                </c:pt>
                <c:pt idx="312">
                  <c:v>0.295692503452301</c:v>
                </c:pt>
                <c:pt idx="313">
                  <c:v>0.3263588845729828</c:v>
                </c:pt>
                <c:pt idx="314">
                  <c:v>0.3357800841331482</c:v>
                </c:pt>
                <c:pt idx="315">
                  <c:v>0.21532082557678223</c:v>
                </c:pt>
                <c:pt idx="316">
                  <c:v>0.32296913862228394</c:v>
                </c:pt>
                <c:pt idx="317">
                  <c:v>0.24554304778575897</c:v>
                </c:pt>
                <c:pt idx="318">
                  <c:v>0.32204145193099976</c:v>
                </c:pt>
                <c:pt idx="319">
                  <c:v>0.2584530711174011</c:v>
                </c:pt>
                <c:pt idx="320">
                  <c:v>0.15554888546466827</c:v>
                </c:pt>
                <c:pt idx="321">
                  <c:v>0.24114520847797394</c:v>
                </c:pt>
                <c:pt idx="322">
                  <c:v>0.26952964067459106</c:v>
                </c:pt>
                <c:pt idx="323">
                  <c:v>0.35988086462020874</c:v>
                </c:pt>
                <c:pt idx="324">
                  <c:v>0.2680845558643341</c:v>
                </c:pt>
                <c:pt idx="325">
                  <c:v>0.2642482817173004</c:v>
                </c:pt>
                <c:pt idx="326">
                  <c:v>0.26368752121925354</c:v>
                </c:pt>
                <c:pt idx="327">
                  <c:v>0.3413355052471161</c:v>
                </c:pt>
                <c:pt idx="328">
                  <c:v>0.28761810064315796</c:v>
                </c:pt>
                <c:pt idx="329">
                  <c:v>0.2674808204174042</c:v>
                </c:pt>
                <c:pt idx="330">
                  <c:v>0.16650167107582092</c:v>
                </c:pt>
                <c:pt idx="331">
                  <c:v>0.2054627686738968</c:v>
                </c:pt>
                <c:pt idx="332">
                  <c:v>0.2501654624938965</c:v>
                </c:pt>
                <c:pt idx="333">
                  <c:v>0.22004012763500214</c:v>
                </c:pt>
                <c:pt idx="334">
                  <c:v>0.2033182978630066</c:v>
                </c:pt>
                <c:pt idx="335">
                  <c:v>0.2660352885723114</c:v>
                </c:pt>
                <c:pt idx="336">
                  <c:v>0.2799842953681946</c:v>
                </c:pt>
                <c:pt idx="337">
                  <c:v>0.285001277923584</c:v>
                </c:pt>
                <c:pt idx="338">
                  <c:v>0.23391439020633698</c:v>
                </c:pt>
                <c:pt idx="339">
                  <c:v>0.33310776948928833</c:v>
                </c:pt>
                <c:pt idx="340">
                  <c:v>0.21475227177143097</c:v>
                </c:pt>
                <c:pt idx="341">
                  <c:v>0.27066612243652344</c:v>
                </c:pt>
                <c:pt idx="342">
                  <c:v>0.22982585430145264</c:v>
                </c:pt>
                <c:pt idx="343">
                  <c:v>0.26226553320884705</c:v>
                </c:pt>
                <c:pt idx="344">
                  <c:v>0.3099345564842224</c:v>
                </c:pt>
                <c:pt idx="345">
                  <c:v>0.23318687081336975</c:v>
                </c:pt>
                <c:pt idx="346">
                  <c:v>0.3066345155239105</c:v>
                </c:pt>
                <c:pt idx="347">
                  <c:v>0.2246159315109253</c:v>
                </c:pt>
                <c:pt idx="348">
                  <c:v>0.32674214243888855</c:v>
                </c:pt>
                <c:pt idx="349">
                  <c:v>0.31802019476890564</c:v>
                </c:pt>
                <c:pt idx="350">
                  <c:v>0.25074777007102966</c:v>
                </c:pt>
                <c:pt idx="351">
                  <c:v>0.2059716284275055</c:v>
                </c:pt>
                <c:pt idx="352">
                  <c:v>0.17185960710048676</c:v>
                </c:pt>
                <c:pt idx="353">
                  <c:v>0.29114124178886414</c:v>
                </c:pt>
                <c:pt idx="354">
                  <c:v>0.271714985370636</c:v>
                </c:pt>
                <c:pt idx="355">
                  <c:v>0.2927314043045044</c:v>
                </c:pt>
                <c:pt idx="356">
                  <c:v>0.25117430090904236</c:v>
                </c:pt>
                <c:pt idx="357">
                  <c:v>0.2655786871910095</c:v>
                </c:pt>
                <c:pt idx="358">
                  <c:v>0.2999795973300934</c:v>
                </c:pt>
                <c:pt idx="359">
                  <c:v>0.2857050597667694</c:v>
                </c:pt>
                <c:pt idx="360">
                  <c:v>0.25197380781173706</c:v>
                </c:pt>
                <c:pt idx="361">
                  <c:v>0.21373777091503143</c:v>
                </c:pt>
                <c:pt idx="362">
                  <c:v>0.3849054276943207</c:v>
                </c:pt>
                <c:pt idx="363">
                  <c:v>0.24959570169448853</c:v>
                </c:pt>
                <c:pt idx="364">
                  <c:v>0.20247110724449158</c:v>
                </c:pt>
                <c:pt idx="365">
                  <c:v>0.17687614262104034</c:v>
                </c:pt>
                <c:pt idx="366">
                  <c:v>0.2836897373199463</c:v>
                </c:pt>
                <c:pt idx="367">
                  <c:v>0.20962569117546082</c:v>
                </c:pt>
                <c:pt idx="368">
                  <c:v>0.20814086496829987</c:v>
                </c:pt>
                <c:pt idx="369">
                  <c:v>0.14868488907814026</c:v>
                </c:pt>
                <c:pt idx="370">
                  <c:v>0.3138718605041504</c:v>
                </c:pt>
                <c:pt idx="371">
                  <c:v>0.29980918765068054</c:v>
                </c:pt>
                <c:pt idx="372">
                  <c:v>0.23960794508457184</c:v>
                </c:pt>
                <c:pt idx="373">
                  <c:v>0.19776412844657898</c:v>
                </c:pt>
                <c:pt idx="374">
                  <c:v>0.1884610801935196</c:v>
                </c:pt>
                <c:pt idx="375">
                  <c:v>0.2819445729255676</c:v>
                </c:pt>
                <c:pt idx="376">
                  <c:v>0.27359601855278015</c:v>
                </c:pt>
                <c:pt idx="377">
                  <c:v>0.18690286576747894</c:v>
                </c:pt>
                <c:pt idx="378">
                  <c:v>0.2721964716911316</c:v>
                </c:pt>
                <c:pt idx="379">
                  <c:v>0.2061188668012619</c:v>
                </c:pt>
                <c:pt idx="380">
                  <c:v>0.27142417430877686</c:v>
                </c:pt>
                <c:pt idx="381">
                  <c:v>0.17931367456912994</c:v>
                </c:pt>
                <c:pt idx="382">
                  <c:v>0.22340942919254303</c:v>
                </c:pt>
                <c:pt idx="383">
                  <c:v>0.301513671875</c:v>
                </c:pt>
                <c:pt idx="384">
                  <c:v>0.2673133313655853</c:v>
                </c:pt>
                <c:pt idx="385">
                  <c:v>0.22557798027992249</c:v>
                </c:pt>
                <c:pt idx="386">
                  <c:v>0.399933785200119</c:v>
                </c:pt>
                <c:pt idx="387">
                  <c:v>0.20690251886844635</c:v>
                </c:pt>
                <c:pt idx="388">
                  <c:v>0.26097267866134644</c:v>
                </c:pt>
                <c:pt idx="389">
                  <c:v>0.2923395335674286</c:v>
                </c:pt>
                <c:pt idx="390">
                  <c:v>0.17245429754257202</c:v>
                </c:pt>
                <c:pt idx="391">
                  <c:v>0.2593771815299988</c:v>
                </c:pt>
                <c:pt idx="392">
                  <c:v>0.18449345231056213</c:v>
                </c:pt>
                <c:pt idx="393">
                  <c:v>0.31964951753616333</c:v>
                </c:pt>
                <c:pt idx="394">
                  <c:v>0.2030177265405655</c:v>
                </c:pt>
                <c:pt idx="395">
                  <c:v>0.22001922130584717</c:v>
                </c:pt>
                <c:pt idx="396">
                  <c:v>0.25227367877960205</c:v>
                </c:pt>
                <c:pt idx="397">
                  <c:v>0.16569828987121582</c:v>
                </c:pt>
                <c:pt idx="398">
                  <c:v>0.18025468289852142</c:v>
                </c:pt>
                <c:pt idx="399">
                  <c:v>0.2116171419620514</c:v>
                </c:pt>
                <c:pt idx="400">
                  <c:v>0.2630513608455658</c:v>
                </c:pt>
                <c:pt idx="401">
                  <c:v>0.23761655390262604</c:v>
                </c:pt>
                <c:pt idx="402">
                  <c:v>0.21072107553482056</c:v>
                </c:pt>
                <c:pt idx="403">
                  <c:v>0.1880180984735489</c:v>
                </c:pt>
                <c:pt idx="404">
                  <c:v>0.22035828232765198</c:v>
                </c:pt>
                <c:pt idx="405">
                  <c:v>0.24121631681919098</c:v>
                </c:pt>
                <c:pt idx="406">
                  <c:v>0.22657251358032227</c:v>
                </c:pt>
                <c:pt idx="407">
                  <c:v>0.23661045730113983</c:v>
                </c:pt>
                <c:pt idx="408">
                  <c:v>0.18312795460224152</c:v>
                </c:pt>
                <c:pt idx="409">
                  <c:v>0.2600507438182831</c:v>
                </c:pt>
                <c:pt idx="410">
                  <c:v>0.23785413801670074</c:v>
                </c:pt>
                <c:pt idx="411">
                  <c:v>0.4511180818080902</c:v>
                </c:pt>
                <c:pt idx="412">
                  <c:v>0.2947005331516266</c:v>
                </c:pt>
                <c:pt idx="413">
                  <c:v>0.2602195739746094</c:v>
                </c:pt>
                <c:pt idx="414">
                  <c:v>0.1653263419866562</c:v>
                </c:pt>
                <c:pt idx="415">
                  <c:v>0.25970935821533203</c:v>
                </c:pt>
                <c:pt idx="416">
                  <c:v>0.17746812105178833</c:v>
                </c:pt>
                <c:pt idx="417">
                  <c:v>0.22594329714775085</c:v>
                </c:pt>
                <c:pt idx="418">
                  <c:v>0.2110498696565628</c:v>
                </c:pt>
                <c:pt idx="419">
                  <c:v>0.2504829466342926</c:v>
                </c:pt>
                <c:pt idx="420">
                  <c:v>0.3064285218715668</c:v>
                </c:pt>
                <c:pt idx="421">
                  <c:v>0.3485904633998871</c:v>
                </c:pt>
                <c:pt idx="422">
                  <c:v>0.17610952258110046</c:v>
                </c:pt>
                <c:pt idx="423">
                  <c:v>0.2086082547903061</c:v>
                </c:pt>
                <c:pt idx="424">
                  <c:v>0.40839922428131104</c:v>
                </c:pt>
                <c:pt idx="425">
                  <c:v>0.230840802192688</c:v>
                </c:pt>
                <c:pt idx="426">
                  <c:v>0.1806446611881256</c:v>
                </c:pt>
                <c:pt idx="427">
                  <c:v>0.14503735303878784</c:v>
                </c:pt>
                <c:pt idx="428">
                  <c:v>0.29554280638694763</c:v>
                </c:pt>
                <c:pt idx="429">
                  <c:v>0.25978589057922363</c:v>
                </c:pt>
                <c:pt idx="430">
                  <c:v>0.29735976457595825</c:v>
                </c:pt>
                <c:pt idx="431">
                  <c:v>0.16943901777267456</c:v>
                </c:pt>
                <c:pt idx="432">
                  <c:v>0.22428660094738007</c:v>
                </c:pt>
                <c:pt idx="433">
                  <c:v>0.28630247712135315</c:v>
                </c:pt>
                <c:pt idx="434">
                  <c:v>0.22721421718597412</c:v>
                </c:pt>
                <c:pt idx="435">
                  <c:v>0.2425246685743332</c:v>
                </c:pt>
                <c:pt idx="436">
                  <c:v>0.21858097612857819</c:v>
                </c:pt>
                <c:pt idx="437">
                  <c:v>0.22086097300052643</c:v>
                </c:pt>
                <c:pt idx="438">
                  <c:v>0.24615228176116943</c:v>
                </c:pt>
                <c:pt idx="439">
                  <c:v>0.2787075936794281</c:v>
                </c:pt>
                <c:pt idx="440">
                  <c:v>0.2730289101600647</c:v>
                </c:pt>
                <c:pt idx="441">
                  <c:v>0.24571563303470612</c:v>
                </c:pt>
                <c:pt idx="442">
                  <c:v>0.22811543941497803</c:v>
                </c:pt>
                <c:pt idx="443">
                  <c:v>0.18746736645698547</c:v>
                </c:pt>
                <c:pt idx="444">
                  <c:v>0.20941834151744843</c:v>
                </c:pt>
                <c:pt idx="445">
                  <c:v>0.17670384049415588</c:v>
                </c:pt>
                <c:pt idx="446">
                  <c:v>0.3007521331310272</c:v>
                </c:pt>
                <c:pt idx="447">
                  <c:v>0.1815364956855774</c:v>
                </c:pt>
                <c:pt idx="448">
                  <c:v>0.22595159709453583</c:v>
                </c:pt>
                <c:pt idx="449">
                  <c:v>0.399126261472702</c:v>
                </c:pt>
                <c:pt idx="450">
                  <c:v>0.18740347027778625</c:v>
                </c:pt>
                <c:pt idx="451">
                  <c:v>0.1696065217256546</c:v>
                </c:pt>
                <c:pt idx="452">
                  <c:v>0.26662948727607727</c:v>
                </c:pt>
                <c:pt idx="453">
                  <c:v>0.22062011063098907</c:v>
                </c:pt>
                <c:pt idx="454">
                  <c:v>0.22159254550933838</c:v>
                </c:pt>
                <c:pt idx="455">
                  <c:v>0.13784807920455933</c:v>
                </c:pt>
                <c:pt idx="456">
                  <c:v>0.2595125436782837</c:v>
                </c:pt>
                <c:pt idx="457">
                  <c:v>0.17241795361042023</c:v>
                </c:pt>
                <c:pt idx="458">
                  <c:v>0.21525980532169342</c:v>
                </c:pt>
                <c:pt idx="459">
                  <c:v>0.157131165266037</c:v>
                </c:pt>
                <c:pt idx="460">
                  <c:v>0.23584601283073425</c:v>
                </c:pt>
                <c:pt idx="461">
                  <c:v>0.17230217158794403</c:v>
                </c:pt>
                <c:pt idx="462">
                  <c:v>0.1898658722639084</c:v>
                </c:pt>
                <c:pt idx="463">
                  <c:v>0.29194051027297974</c:v>
                </c:pt>
                <c:pt idx="464">
                  <c:v>0.25291067361831665</c:v>
                </c:pt>
                <c:pt idx="465">
                  <c:v>0.13700856268405914</c:v>
                </c:pt>
                <c:pt idx="466">
                  <c:v>0.2626619040966034</c:v>
                </c:pt>
                <c:pt idx="467">
                  <c:v>0.12114451825618744</c:v>
                </c:pt>
                <c:pt idx="468">
                  <c:v>0.17704196274280548</c:v>
                </c:pt>
                <c:pt idx="469">
                  <c:v>0.24577251076698303</c:v>
                </c:pt>
                <c:pt idx="470">
                  <c:v>0.154735267162323</c:v>
                </c:pt>
                <c:pt idx="471">
                  <c:v>0.19375811517238617</c:v>
                </c:pt>
                <c:pt idx="472">
                  <c:v>0.18920384347438812</c:v>
                </c:pt>
                <c:pt idx="473">
                  <c:v>0.1604146659374237</c:v>
                </c:pt>
                <c:pt idx="474">
                  <c:v>0.1908319741487503</c:v>
                </c:pt>
                <c:pt idx="475">
                  <c:v>0.26731938123703003</c:v>
                </c:pt>
                <c:pt idx="476">
                  <c:v>0.17244000732898712</c:v>
                </c:pt>
                <c:pt idx="477">
                  <c:v>0.15400062501430511</c:v>
                </c:pt>
                <c:pt idx="478">
                  <c:v>0.24363964796066284</c:v>
                </c:pt>
                <c:pt idx="479">
                  <c:v>0.2665884792804718</c:v>
                </c:pt>
                <c:pt idx="480">
                  <c:v>0.20355729758739471</c:v>
                </c:pt>
                <c:pt idx="481">
                  <c:v>0.39014628529548645</c:v>
                </c:pt>
                <c:pt idx="482">
                  <c:v>0.337870717048645</c:v>
                </c:pt>
                <c:pt idx="483">
                  <c:v>0.21406982839107513</c:v>
                </c:pt>
                <c:pt idx="484">
                  <c:v>0.228535458445549</c:v>
                </c:pt>
                <c:pt idx="485">
                  <c:v>0.1960977017879486</c:v>
                </c:pt>
                <c:pt idx="486">
                  <c:v>0.13224047422409058</c:v>
                </c:pt>
                <c:pt idx="487">
                  <c:v>0.19456884264945984</c:v>
                </c:pt>
                <c:pt idx="488">
                  <c:v>0.28236687183380127</c:v>
                </c:pt>
                <c:pt idx="489">
                  <c:v>0.2182280421257019</c:v>
                </c:pt>
                <c:pt idx="490">
                  <c:v>0.2155863344669342</c:v>
                </c:pt>
                <c:pt idx="491">
                  <c:v>0.21750789880752563</c:v>
                </c:pt>
                <c:pt idx="492">
                  <c:v>0.13978640735149384</c:v>
                </c:pt>
                <c:pt idx="493">
                  <c:v>0.10660918802022934</c:v>
                </c:pt>
                <c:pt idx="494">
                  <c:v>0.20415030419826508</c:v>
                </c:pt>
                <c:pt idx="495">
                  <c:v>0.23679892718791962</c:v>
                </c:pt>
                <c:pt idx="496">
                  <c:v>0.13380032777786255</c:v>
                </c:pt>
                <c:pt idx="497">
                  <c:v>0.19483663141727448</c:v>
                </c:pt>
                <c:pt idx="498">
                  <c:v>0.17179308831691742</c:v>
                </c:pt>
                <c:pt idx="499">
                  <c:v>0.17121753096580505</c:v>
                </c:pt>
                <c:pt idx="500">
                  <c:v>0.203403040766716</c:v>
                </c:pt>
                <c:pt idx="501">
                  <c:v>0.2507694661617279</c:v>
                </c:pt>
                <c:pt idx="502">
                  <c:v>0.1778927594423294</c:v>
                </c:pt>
                <c:pt idx="503">
                  <c:v>0.19549456238746643</c:v>
                </c:pt>
                <c:pt idx="504">
                  <c:v>0.1659461110830307</c:v>
                </c:pt>
                <c:pt idx="505">
                  <c:v>0.16470757126808167</c:v>
                </c:pt>
                <c:pt idx="506">
                  <c:v>0.2941107153892517</c:v>
                </c:pt>
                <c:pt idx="507">
                  <c:v>0.19994135200977325</c:v>
                </c:pt>
                <c:pt idx="508">
                  <c:v>0.16460227966308594</c:v>
                </c:pt>
                <c:pt idx="509">
                  <c:v>0.278678297996521</c:v>
                </c:pt>
                <c:pt idx="510">
                  <c:v>0.11818874627351761</c:v>
                </c:pt>
                <c:pt idx="511">
                  <c:v>0.22384896874427795</c:v>
                </c:pt>
                <c:pt idx="512">
                  <c:v>0.10544810444116592</c:v>
                </c:pt>
                <c:pt idx="513">
                  <c:v>0.18521299958229065</c:v>
                </c:pt>
                <c:pt idx="514">
                  <c:v>0.15617306530475616</c:v>
                </c:pt>
                <c:pt idx="515">
                  <c:v>0.17342115938663483</c:v>
                </c:pt>
                <c:pt idx="516">
                  <c:v>0.15654487907886505</c:v>
                </c:pt>
                <c:pt idx="517">
                  <c:v>0.1911626011133194</c:v>
                </c:pt>
                <c:pt idx="518">
                  <c:v>0.2464320808649063</c:v>
                </c:pt>
                <c:pt idx="519">
                  <c:v>0.10471005737781525</c:v>
                </c:pt>
                <c:pt idx="520">
                  <c:v>0.18085147440433502</c:v>
                </c:pt>
                <c:pt idx="521">
                  <c:v>0.18514667451381683</c:v>
                </c:pt>
                <c:pt idx="522">
                  <c:v>0.1488669365644455</c:v>
                </c:pt>
                <c:pt idx="523">
                  <c:v>0.18149469792842865</c:v>
                </c:pt>
                <c:pt idx="524">
                  <c:v>0.179593026638031</c:v>
                </c:pt>
                <c:pt idx="525">
                  <c:v>0.15946121513843536</c:v>
                </c:pt>
                <c:pt idx="526">
                  <c:v>0.2380305677652359</c:v>
                </c:pt>
                <c:pt idx="527">
                  <c:v>0.23866260051727295</c:v>
                </c:pt>
                <c:pt idx="528">
                  <c:v>0.20119719207286835</c:v>
                </c:pt>
                <c:pt idx="529">
                  <c:v>0.17135149240493774</c:v>
                </c:pt>
                <c:pt idx="530">
                  <c:v>0.2395034283399582</c:v>
                </c:pt>
                <c:pt idx="531">
                  <c:v>0.26890575885772705</c:v>
                </c:pt>
                <c:pt idx="532">
                  <c:v>0.17133809626102448</c:v>
                </c:pt>
                <c:pt idx="533">
                  <c:v>0.16285021603107452</c:v>
                </c:pt>
                <c:pt idx="534">
                  <c:v>0.24595500528812408</c:v>
                </c:pt>
                <c:pt idx="535">
                  <c:v>0.24348774552345276</c:v>
                </c:pt>
                <c:pt idx="536">
                  <c:v>0.20784679055213928</c:v>
                </c:pt>
                <c:pt idx="537">
                  <c:v>0.18165089190006256</c:v>
                </c:pt>
                <c:pt idx="538">
                  <c:v>0.2989548444747925</c:v>
                </c:pt>
                <c:pt idx="539">
                  <c:v>0.23838993906974792</c:v>
                </c:pt>
                <c:pt idx="540">
                  <c:v>0.24596065282821655</c:v>
                </c:pt>
                <c:pt idx="541">
                  <c:v>0.20674549043178558</c:v>
                </c:pt>
                <c:pt idx="542">
                  <c:v>0.20100775361061096</c:v>
                </c:pt>
                <c:pt idx="543">
                  <c:v>0.22936832904815674</c:v>
                </c:pt>
                <c:pt idx="544">
                  <c:v>0.11223015934228897</c:v>
                </c:pt>
                <c:pt idx="545">
                  <c:v>0.15027008950710297</c:v>
                </c:pt>
                <c:pt idx="546">
                  <c:v>0.17472411692142487</c:v>
                </c:pt>
                <c:pt idx="547">
                  <c:v>0.13279275596141815</c:v>
                </c:pt>
                <c:pt idx="548">
                  <c:v>0.13099251687526703</c:v>
                </c:pt>
                <c:pt idx="549">
                  <c:v>0.1833781898021698</c:v>
                </c:pt>
                <c:pt idx="550">
                  <c:v>0.3232005834579468</c:v>
                </c:pt>
                <c:pt idx="551">
                  <c:v>0.20598731935024261</c:v>
                </c:pt>
                <c:pt idx="552">
                  <c:v>0.2835058569908142</c:v>
                </c:pt>
                <c:pt idx="553">
                  <c:v>0.28420233726501465</c:v>
                </c:pt>
                <c:pt idx="554">
                  <c:v>0.25273212790489197</c:v>
                </c:pt>
                <c:pt idx="555">
                  <c:v>0.1684960573911667</c:v>
                </c:pt>
                <c:pt idx="556">
                  <c:v>0.15042802691459656</c:v>
                </c:pt>
                <c:pt idx="557">
                  <c:v>0.1602691262960434</c:v>
                </c:pt>
                <c:pt idx="558">
                  <c:v>0.15554504096508026</c:v>
                </c:pt>
                <c:pt idx="559">
                  <c:v>0.12023904919624329</c:v>
                </c:pt>
                <c:pt idx="560">
                  <c:v>0.15804056823253632</c:v>
                </c:pt>
                <c:pt idx="561">
                  <c:v>0.23992998898029327</c:v>
                </c:pt>
                <c:pt idx="562">
                  <c:v>0.213235005736351</c:v>
                </c:pt>
                <c:pt idx="563">
                  <c:v>0.2495069056749344</c:v>
                </c:pt>
                <c:pt idx="564">
                  <c:v>0.21111124753952026</c:v>
                </c:pt>
                <c:pt idx="565">
                  <c:v>0.22563710808753967</c:v>
                </c:pt>
                <c:pt idx="566">
                  <c:v>0.18377505242824554</c:v>
                </c:pt>
                <c:pt idx="567">
                  <c:v>0.21654492616653442</c:v>
                </c:pt>
                <c:pt idx="568">
                  <c:v>0.2823144793510437</c:v>
                </c:pt>
                <c:pt idx="569">
                  <c:v>0.31622371077537537</c:v>
                </c:pt>
                <c:pt idx="570">
                  <c:v>0.19986143708229065</c:v>
                </c:pt>
                <c:pt idx="571">
                  <c:v>0.19693872332572937</c:v>
                </c:pt>
                <c:pt idx="572">
                  <c:v>0.1755509078502655</c:v>
                </c:pt>
                <c:pt idx="573">
                  <c:v>0.2928825914859772</c:v>
                </c:pt>
                <c:pt idx="574">
                  <c:v>0.30194592475891113</c:v>
                </c:pt>
                <c:pt idx="575">
                  <c:v>0.18748542666435242</c:v>
                </c:pt>
                <c:pt idx="576">
                  <c:v>0.1172650009393692</c:v>
                </c:pt>
                <c:pt idx="577">
                  <c:v>0.20110709965229034</c:v>
                </c:pt>
                <c:pt idx="578">
                  <c:v>0.2522246241569519</c:v>
                </c:pt>
                <c:pt idx="579">
                  <c:v>0.15773890912532806</c:v>
                </c:pt>
                <c:pt idx="580">
                  <c:v>0.1583695113658905</c:v>
                </c:pt>
                <c:pt idx="581">
                  <c:v>0.1575067937374115</c:v>
                </c:pt>
                <c:pt idx="582">
                  <c:v>0.2603706121444702</c:v>
                </c:pt>
                <c:pt idx="583">
                  <c:v>0.20250539481639862</c:v>
                </c:pt>
                <c:pt idx="584">
                  <c:v>0.2079775035381317</c:v>
                </c:pt>
                <c:pt idx="585">
                  <c:v>0.21947303414344788</c:v>
                </c:pt>
                <c:pt idx="586">
                  <c:v>0.1377647966146469</c:v>
                </c:pt>
                <c:pt idx="587">
                  <c:v>0.0981774777173996</c:v>
                </c:pt>
                <c:pt idx="588">
                  <c:v>0.16873162984848022</c:v>
                </c:pt>
                <c:pt idx="589">
                  <c:v>0.1978873610496521</c:v>
                </c:pt>
                <c:pt idx="590">
                  <c:v>0.24285739660263062</c:v>
                </c:pt>
                <c:pt idx="591">
                  <c:v>0.16191640496253967</c:v>
                </c:pt>
                <c:pt idx="592">
                  <c:v>0.22160537540912628</c:v>
                </c:pt>
                <c:pt idx="593">
                  <c:v>0.12941467761993408</c:v>
                </c:pt>
                <c:pt idx="594">
                  <c:v>0.2054351419210434</c:v>
                </c:pt>
                <c:pt idx="595">
                  <c:v>0.2228330671787262</c:v>
                </c:pt>
                <c:pt idx="596">
                  <c:v>0.15895047783851624</c:v>
                </c:pt>
                <c:pt idx="597">
                  <c:v>0.09988407790660858</c:v>
                </c:pt>
                <c:pt idx="598">
                  <c:v>0.21234263479709625</c:v>
                </c:pt>
                <c:pt idx="599">
                  <c:v>0.33032917976379395</c:v>
                </c:pt>
                <c:pt idx="600">
                  <c:v>0.24042873084545135</c:v>
                </c:pt>
                <c:pt idx="601">
                  <c:v>0.2542213201522827</c:v>
                </c:pt>
                <c:pt idx="602">
                  <c:v>0.21147824823856354</c:v>
                </c:pt>
                <c:pt idx="603">
                  <c:v>0.12417498975992203</c:v>
                </c:pt>
                <c:pt idx="604">
                  <c:v>0.24448272585868835</c:v>
                </c:pt>
                <c:pt idx="605">
                  <c:v>0.08367624133825302</c:v>
                </c:pt>
                <c:pt idx="606">
                  <c:v>0.19327126443386078</c:v>
                </c:pt>
                <c:pt idx="607">
                  <c:v>0.18054309487342834</c:v>
                </c:pt>
                <c:pt idx="608">
                  <c:v>0.2063295692205429</c:v>
                </c:pt>
                <c:pt idx="609">
                  <c:v>0.17443746328353882</c:v>
                </c:pt>
                <c:pt idx="610">
                  <c:v>0.3056095838546753</c:v>
                </c:pt>
                <c:pt idx="611">
                  <c:v>0.1883728951215744</c:v>
                </c:pt>
                <c:pt idx="612">
                  <c:v>0.17009226977825165</c:v>
                </c:pt>
                <c:pt idx="613">
                  <c:v>0.11679653823375702</c:v>
                </c:pt>
                <c:pt idx="614">
                  <c:v>0.17253665626049042</c:v>
                </c:pt>
                <c:pt idx="615">
                  <c:v>0.2715780436992645</c:v>
                </c:pt>
                <c:pt idx="616">
                  <c:v>0.13813798129558563</c:v>
                </c:pt>
                <c:pt idx="617">
                  <c:v>0.2422747015953064</c:v>
                </c:pt>
                <c:pt idx="618">
                  <c:v>0.1302175223827362</c:v>
                </c:pt>
                <c:pt idx="619">
                  <c:v>0.2233409285545349</c:v>
                </c:pt>
                <c:pt idx="620">
                  <c:v>0.2302255779504776</c:v>
                </c:pt>
                <c:pt idx="621">
                  <c:v>0.14652328193187714</c:v>
                </c:pt>
                <c:pt idx="622">
                  <c:v>0.1986447423696518</c:v>
                </c:pt>
                <c:pt idx="623">
                  <c:v>0.1357921063899994</c:v>
                </c:pt>
                <c:pt idx="624">
                  <c:v>0.22876717150211334</c:v>
                </c:pt>
                <c:pt idx="625">
                  <c:v>0.20223435759544373</c:v>
                </c:pt>
                <c:pt idx="626">
                  <c:v>0.23506739735603333</c:v>
                </c:pt>
                <c:pt idx="627">
                  <c:v>0.1749296486377716</c:v>
                </c:pt>
                <c:pt idx="628">
                  <c:v>0.157649964094162</c:v>
                </c:pt>
                <c:pt idx="629">
                  <c:v>0.2368406355381012</c:v>
                </c:pt>
                <c:pt idx="630">
                  <c:v>0.12804675102233887</c:v>
                </c:pt>
                <c:pt idx="631">
                  <c:v>0.13933444023132324</c:v>
                </c:pt>
                <c:pt idx="632">
                  <c:v>0.18389631807804108</c:v>
                </c:pt>
                <c:pt idx="633">
                  <c:v>0.10626774281263351</c:v>
                </c:pt>
                <c:pt idx="634">
                  <c:v>0.10699249804019928</c:v>
                </c:pt>
                <c:pt idx="635">
                  <c:v>0.1824330985546112</c:v>
                </c:pt>
                <c:pt idx="636">
                  <c:v>0.20425766706466675</c:v>
                </c:pt>
                <c:pt idx="637">
                  <c:v>0.13617661595344543</c:v>
                </c:pt>
                <c:pt idx="638">
                  <c:v>0.23373949527740479</c:v>
                </c:pt>
                <c:pt idx="639">
                  <c:v>0.2232038378715515</c:v>
                </c:pt>
                <c:pt idx="640">
                  <c:v>0.17373615503311157</c:v>
                </c:pt>
                <c:pt idx="641">
                  <c:v>0.20788758993148804</c:v>
                </c:pt>
                <c:pt idx="642">
                  <c:v>0.19784268736839294</c:v>
                </c:pt>
                <c:pt idx="643">
                  <c:v>0.09807512164115906</c:v>
                </c:pt>
                <c:pt idx="644">
                  <c:v>0.10324911028146744</c:v>
                </c:pt>
                <c:pt idx="645">
                  <c:v>0.17717760801315308</c:v>
                </c:pt>
                <c:pt idx="646">
                  <c:v>0.17216867208480835</c:v>
                </c:pt>
                <c:pt idx="647">
                  <c:v>0.1667563021183014</c:v>
                </c:pt>
                <c:pt idx="648">
                  <c:v>0.17543081939220428</c:v>
                </c:pt>
                <c:pt idx="649">
                  <c:v>0.14524641633033752</c:v>
                </c:pt>
                <c:pt idx="650">
                  <c:v>0.14066818356513977</c:v>
                </c:pt>
                <c:pt idx="651">
                  <c:v>0.2390933483839035</c:v>
                </c:pt>
                <c:pt idx="652">
                  <c:v>0.25141578912734985</c:v>
                </c:pt>
                <c:pt idx="653">
                  <c:v>0.23315049707889557</c:v>
                </c:pt>
                <c:pt idx="654">
                  <c:v>0.1485462188720703</c:v>
                </c:pt>
                <c:pt idx="655">
                  <c:v>0.2266336977481842</c:v>
                </c:pt>
                <c:pt idx="656">
                  <c:v>0.13079063594341278</c:v>
                </c:pt>
                <c:pt idx="657">
                  <c:v>0.2504206895828247</c:v>
                </c:pt>
                <c:pt idx="658">
                  <c:v>0.18578819930553436</c:v>
                </c:pt>
                <c:pt idx="659">
                  <c:v>0.26086345314979553</c:v>
                </c:pt>
                <c:pt idx="660">
                  <c:v>0.1814473569393158</c:v>
                </c:pt>
                <c:pt idx="661">
                  <c:v>0.10585363209247589</c:v>
                </c:pt>
                <c:pt idx="662">
                  <c:v>0.11579875648021698</c:v>
                </c:pt>
                <c:pt idx="663">
                  <c:v>0.1933496594429016</c:v>
                </c:pt>
                <c:pt idx="664">
                  <c:v>0.1121324896812439</c:v>
                </c:pt>
                <c:pt idx="665">
                  <c:v>0.08911282569169998</c:v>
                </c:pt>
                <c:pt idx="666">
                  <c:v>0.11167949438095093</c:v>
                </c:pt>
                <c:pt idx="667">
                  <c:v>0.22324351966381073</c:v>
                </c:pt>
                <c:pt idx="668">
                  <c:v>0.14387677609920502</c:v>
                </c:pt>
                <c:pt idx="669">
                  <c:v>0.19187936186790466</c:v>
                </c:pt>
                <c:pt idx="670">
                  <c:v>0.23297420144081116</c:v>
                </c:pt>
                <c:pt idx="671">
                  <c:v>0.17178663611412048</c:v>
                </c:pt>
                <c:pt idx="672">
                  <c:v>0.09570398926734924</c:v>
                </c:pt>
                <c:pt idx="673">
                  <c:v>0.17541596293449402</c:v>
                </c:pt>
                <c:pt idx="674">
                  <c:v>0.2071765512228012</c:v>
                </c:pt>
                <c:pt idx="675">
                  <c:v>0.19931437075138092</c:v>
                </c:pt>
                <c:pt idx="676">
                  <c:v>0.20991605520248413</c:v>
                </c:pt>
                <c:pt idx="677">
                  <c:v>0.19828875362873077</c:v>
                </c:pt>
                <c:pt idx="678">
                  <c:v>0.2263231724500656</c:v>
                </c:pt>
                <c:pt idx="679">
                  <c:v>0.1794663369655609</c:v>
                </c:pt>
                <c:pt idx="680">
                  <c:v>0.14557760953903198</c:v>
                </c:pt>
                <c:pt idx="681">
                  <c:v>0.1037726104259491</c:v>
                </c:pt>
                <c:pt idx="682">
                  <c:v>0.13581368327140808</c:v>
                </c:pt>
                <c:pt idx="683">
                  <c:v>0.2494669407606125</c:v>
                </c:pt>
                <c:pt idx="684">
                  <c:v>0.17908507585525513</c:v>
                </c:pt>
                <c:pt idx="685">
                  <c:v>0.15382055938243866</c:v>
                </c:pt>
                <c:pt idx="686">
                  <c:v>0.18648959696292877</c:v>
                </c:pt>
                <c:pt idx="687">
                  <c:v>0.15164883434772491</c:v>
                </c:pt>
                <c:pt idx="688">
                  <c:v>0.15457351505756378</c:v>
                </c:pt>
                <c:pt idx="689">
                  <c:v>0.16042380034923553</c:v>
                </c:pt>
                <c:pt idx="690">
                  <c:v>0.15716144442558289</c:v>
                </c:pt>
                <c:pt idx="691">
                  <c:v>0.2643009424209595</c:v>
                </c:pt>
                <c:pt idx="692">
                  <c:v>0.1737753003835678</c:v>
                </c:pt>
                <c:pt idx="693">
                  <c:v>0.2558205723762512</c:v>
                </c:pt>
                <c:pt idx="694">
                  <c:v>0.17195358872413635</c:v>
                </c:pt>
                <c:pt idx="695">
                  <c:v>0.19795814156532288</c:v>
                </c:pt>
                <c:pt idx="696">
                  <c:v>0.14059466123580933</c:v>
                </c:pt>
                <c:pt idx="697">
                  <c:v>0.12984870374202728</c:v>
                </c:pt>
                <c:pt idx="698">
                  <c:v>0.22654123604297638</c:v>
                </c:pt>
                <c:pt idx="699">
                  <c:v>0.18593378365039825</c:v>
                </c:pt>
                <c:pt idx="700">
                  <c:v>0.12769261002540588</c:v>
                </c:pt>
                <c:pt idx="701">
                  <c:v>0.244139164686203</c:v>
                </c:pt>
                <c:pt idx="702">
                  <c:v>0.2351294755935669</c:v>
                </c:pt>
                <c:pt idx="703">
                  <c:v>0.17711728811264038</c:v>
                </c:pt>
                <c:pt idx="704">
                  <c:v>0.12390168011188507</c:v>
                </c:pt>
                <c:pt idx="705">
                  <c:v>0.16286471486091614</c:v>
                </c:pt>
                <c:pt idx="706">
                  <c:v>0.1259688138961792</c:v>
                </c:pt>
                <c:pt idx="707">
                  <c:v>0.1832607537508011</c:v>
                </c:pt>
                <c:pt idx="708">
                  <c:v>0.12909969687461853</c:v>
                </c:pt>
                <c:pt idx="709">
                  <c:v>0.13604065775871277</c:v>
                </c:pt>
                <c:pt idx="710">
                  <c:v>0.09966204315423965</c:v>
                </c:pt>
                <c:pt idx="711">
                  <c:v>0.08701186627149582</c:v>
                </c:pt>
                <c:pt idx="712">
                  <c:v>0.14187096059322357</c:v>
                </c:pt>
                <c:pt idx="713">
                  <c:v>0.12353812158107758</c:v>
                </c:pt>
                <c:pt idx="714">
                  <c:v>0.18714970350265503</c:v>
                </c:pt>
                <c:pt idx="715">
                  <c:v>0.16838106513023376</c:v>
                </c:pt>
                <c:pt idx="716">
                  <c:v>0.14568164944648743</c:v>
                </c:pt>
                <c:pt idx="717">
                  <c:v>0.17923274636268616</c:v>
                </c:pt>
                <c:pt idx="718">
                  <c:v>0.212242990732193</c:v>
                </c:pt>
                <c:pt idx="719">
                  <c:v>0.16979104280471802</c:v>
                </c:pt>
                <c:pt idx="720">
                  <c:v>0.2384602576494217</c:v>
                </c:pt>
                <c:pt idx="721">
                  <c:v>0.19429190456867218</c:v>
                </c:pt>
                <c:pt idx="722">
                  <c:v>0.2445778250694275</c:v>
                </c:pt>
                <c:pt idx="723">
                  <c:v>0.1580219715833664</c:v>
                </c:pt>
                <c:pt idx="724">
                  <c:v>0.17976471781730652</c:v>
                </c:pt>
                <c:pt idx="725">
                  <c:v>0.3580666780471802</c:v>
                </c:pt>
                <c:pt idx="726">
                  <c:v>0.28914666175842285</c:v>
                </c:pt>
                <c:pt idx="727">
                  <c:v>0.17011931538581848</c:v>
                </c:pt>
                <c:pt idx="728">
                  <c:v>0.10190213471651077</c:v>
                </c:pt>
                <c:pt idx="729">
                  <c:v>0.14284692704677582</c:v>
                </c:pt>
                <c:pt idx="730">
                  <c:v>0.13800223171710968</c:v>
                </c:pt>
                <c:pt idx="731">
                  <c:v>0.16246436536312103</c:v>
                </c:pt>
                <c:pt idx="732">
                  <c:v>0.11778254061937332</c:v>
                </c:pt>
                <c:pt idx="733">
                  <c:v>0.1527988314628601</c:v>
                </c:pt>
                <c:pt idx="734">
                  <c:v>0.15396025776863098</c:v>
                </c:pt>
                <c:pt idx="735">
                  <c:v>0.13637129962444305</c:v>
                </c:pt>
                <c:pt idx="736">
                  <c:v>0.17636166512966156</c:v>
                </c:pt>
                <c:pt idx="737">
                  <c:v>0.1289478987455368</c:v>
                </c:pt>
                <c:pt idx="738">
                  <c:v>0.11921677738428116</c:v>
                </c:pt>
                <c:pt idx="739">
                  <c:v>0.1936395764350891</c:v>
                </c:pt>
                <c:pt idx="740">
                  <c:v>0.1316196322441101</c:v>
                </c:pt>
                <c:pt idx="741">
                  <c:v>0.13342343270778656</c:v>
                </c:pt>
                <c:pt idx="742">
                  <c:v>0.13477922976016998</c:v>
                </c:pt>
                <c:pt idx="743">
                  <c:v>0.18328262865543365</c:v>
                </c:pt>
                <c:pt idx="744">
                  <c:v>0.225950688123703</c:v>
                </c:pt>
                <c:pt idx="745">
                  <c:v>0.1409832090139389</c:v>
                </c:pt>
                <c:pt idx="746">
                  <c:v>0.1418355405330658</c:v>
                </c:pt>
                <c:pt idx="747">
                  <c:v>0.1610976755619049</c:v>
                </c:pt>
                <c:pt idx="748">
                  <c:v>0.23672354221343994</c:v>
                </c:pt>
                <c:pt idx="749">
                  <c:v>0.12778371572494507</c:v>
                </c:pt>
                <c:pt idx="750">
                  <c:v>0.13581492006778717</c:v>
                </c:pt>
                <c:pt idx="751">
                  <c:v>0.2425994575023651</c:v>
                </c:pt>
                <c:pt idx="752">
                  <c:v>0.15769986808300018</c:v>
                </c:pt>
                <c:pt idx="753">
                  <c:v>0.12577684223651886</c:v>
                </c:pt>
                <c:pt idx="754">
                  <c:v>0.13069134950637817</c:v>
                </c:pt>
                <c:pt idx="755">
                  <c:v>0.10517778247594833</c:v>
                </c:pt>
                <c:pt idx="756">
                  <c:v>0.13050445914268494</c:v>
                </c:pt>
                <c:pt idx="757">
                  <c:v>0.21604014933109283</c:v>
                </c:pt>
                <c:pt idx="758">
                  <c:v>0.17613622546195984</c:v>
                </c:pt>
                <c:pt idx="759">
                  <c:v>0.21566417813301086</c:v>
                </c:pt>
                <c:pt idx="760">
                  <c:v>0.1351493000984192</c:v>
                </c:pt>
                <c:pt idx="761">
                  <c:v>0.09260447323322296</c:v>
                </c:pt>
                <c:pt idx="762">
                  <c:v>0.24133577942848206</c:v>
                </c:pt>
                <c:pt idx="763">
                  <c:v>0.14649420976638794</c:v>
                </c:pt>
                <c:pt idx="764">
                  <c:v>0.09834954142570496</c:v>
                </c:pt>
                <c:pt idx="765">
                  <c:v>0.16893316805362701</c:v>
                </c:pt>
                <c:pt idx="766">
                  <c:v>0.2164483368396759</c:v>
                </c:pt>
                <c:pt idx="767">
                  <c:v>0.13067904114723206</c:v>
                </c:pt>
                <c:pt idx="768">
                  <c:v>0.13762786984443665</c:v>
                </c:pt>
                <c:pt idx="769">
                  <c:v>0.136794775724411</c:v>
                </c:pt>
                <c:pt idx="770">
                  <c:v>0.11896155774593353</c:v>
                </c:pt>
                <c:pt idx="771">
                  <c:v>0.16791418194770813</c:v>
                </c:pt>
                <c:pt idx="772">
                  <c:v>0.100855752825737</c:v>
                </c:pt>
                <c:pt idx="773">
                  <c:v>0.20954684913158417</c:v>
                </c:pt>
                <c:pt idx="774">
                  <c:v>0.1799192875623703</c:v>
                </c:pt>
                <c:pt idx="775">
                  <c:v>0.19373318552970886</c:v>
                </c:pt>
                <c:pt idx="776">
                  <c:v>0.13289853930473328</c:v>
                </c:pt>
                <c:pt idx="777">
                  <c:v>0.2323799878358841</c:v>
                </c:pt>
                <c:pt idx="778">
                  <c:v>0.16400760412216187</c:v>
                </c:pt>
                <c:pt idx="779">
                  <c:v>0.16755446791648865</c:v>
                </c:pt>
                <c:pt idx="780">
                  <c:v>0.09394797682762146</c:v>
                </c:pt>
                <c:pt idx="781">
                  <c:v>0.14760832488536835</c:v>
                </c:pt>
                <c:pt idx="782">
                  <c:v>0.10383887588977814</c:v>
                </c:pt>
                <c:pt idx="783">
                  <c:v>0.12131184339523315</c:v>
                </c:pt>
                <c:pt idx="784">
                  <c:v>0.13425132632255554</c:v>
                </c:pt>
                <c:pt idx="785">
                  <c:v>0.11771255731582642</c:v>
                </c:pt>
                <c:pt idx="786">
                  <c:v>0.17840591073036194</c:v>
                </c:pt>
                <c:pt idx="787">
                  <c:v>0.1143016517162323</c:v>
                </c:pt>
                <c:pt idx="788">
                  <c:v>0.1359386146068573</c:v>
                </c:pt>
                <c:pt idx="789">
                  <c:v>0.14359846711158752</c:v>
                </c:pt>
                <c:pt idx="790">
                  <c:v>0.24085752665996552</c:v>
                </c:pt>
                <c:pt idx="791">
                  <c:v>0.16272138059139252</c:v>
                </c:pt>
                <c:pt idx="792">
                  <c:v>0.1835004836320877</c:v>
                </c:pt>
                <c:pt idx="793">
                  <c:v>0.20333419740200043</c:v>
                </c:pt>
                <c:pt idx="794">
                  <c:v>0.20113441348075867</c:v>
                </c:pt>
                <c:pt idx="795">
                  <c:v>0.13263487815856934</c:v>
                </c:pt>
                <c:pt idx="796">
                  <c:v>0.17740826308727264</c:v>
                </c:pt>
                <c:pt idx="797">
                  <c:v>0.21918420493602753</c:v>
                </c:pt>
                <c:pt idx="798">
                  <c:v>0.1557513028383255</c:v>
                </c:pt>
                <c:pt idx="799">
                  <c:v>0.1465919315814972</c:v>
                </c:pt>
                <c:pt idx="800">
                  <c:v>0.08989650756120682</c:v>
                </c:pt>
                <c:pt idx="801">
                  <c:v>0.08637389540672302</c:v>
                </c:pt>
                <c:pt idx="802">
                  <c:v>0.13201716542243958</c:v>
                </c:pt>
                <c:pt idx="803">
                  <c:v>0.19822385907173157</c:v>
                </c:pt>
                <c:pt idx="804">
                  <c:v>0.11145289242267609</c:v>
                </c:pt>
                <c:pt idx="805">
                  <c:v>0.1474096029996872</c:v>
                </c:pt>
                <c:pt idx="806">
                  <c:v>0.09107651561498642</c:v>
                </c:pt>
                <c:pt idx="807">
                  <c:v>0.2346891462802887</c:v>
                </c:pt>
                <c:pt idx="808">
                  <c:v>0.20501290261745453</c:v>
                </c:pt>
                <c:pt idx="809">
                  <c:v>0.08004583418369293</c:v>
                </c:pt>
                <c:pt idx="810">
                  <c:v>0.21083952486515045</c:v>
                </c:pt>
                <c:pt idx="811">
                  <c:v>0.1309998482465744</c:v>
                </c:pt>
                <c:pt idx="812">
                  <c:v>0.2118699699640274</c:v>
                </c:pt>
                <c:pt idx="813">
                  <c:v>0.18044063448905945</c:v>
                </c:pt>
                <c:pt idx="814">
                  <c:v>0.1874447911977768</c:v>
                </c:pt>
                <c:pt idx="815">
                  <c:v>0.09226446598768234</c:v>
                </c:pt>
                <c:pt idx="816">
                  <c:v>0.1994275152683258</c:v>
                </c:pt>
                <c:pt idx="817">
                  <c:v>0.1542728692293167</c:v>
                </c:pt>
                <c:pt idx="818">
                  <c:v>0.12504185736179352</c:v>
                </c:pt>
                <c:pt idx="819">
                  <c:v>0.21284571290016174</c:v>
                </c:pt>
                <c:pt idx="820">
                  <c:v>0.0778760239481926</c:v>
                </c:pt>
                <c:pt idx="821">
                  <c:v>0.2516433298587799</c:v>
                </c:pt>
                <c:pt idx="822">
                  <c:v>0.21461880207061768</c:v>
                </c:pt>
                <c:pt idx="823">
                  <c:v>0.10777396708726883</c:v>
                </c:pt>
                <c:pt idx="824">
                  <c:v>0.17525511980056763</c:v>
                </c:pt>
                <c:pt idx="825">
                  <c:v>0.1469859927892685</c:v>
                </c:pt>
                <c:pt idx="826">
                  <c:v>0.11307766288518906</c:v>
                </c:pt>
                <c:pt idx="827">
                  <c:v>0.14382141828536987</c:v>
                </c:pt>
                <c:pt idx="828">
                  <c:v>0.19161058962345123</c:v>
                </c:pt>
                <c:pt idx="829">
                  <c:v>0.21438544988632202</c:v>
                </c:pt>
                <c:pt idx="830">
                  <c:v>0.1240333691239357</c:v>
                </c:pt>
                <c:pt idx="831">
                  <c:v>0.09211090207099915</c:v>
                </c:pt>
                <c:pt idx="832">
                  <c:v>0.1182718500494957</c:v>
                </c:pt>
                <c:pt idx="833">
                  <c:v>0.10550094395875931</c:v>
                </c:pt>
                <c:pt idx="834">
                  <c:v>0.1250838190317154</c:v>
                </c:pt>
                <c:pt idx="835">
                  <c:v>0.12506911158561707</c:v>
                </c:pt>
                <c:pt idx="836">
                  <c:v>0.1561141461133957</c:v>
                </c:pt>
                <c:pt idx="837">
                  <c:v>0.12582722306251526</c:v>
                </c:pt>
                <c:pt idx="838">
                  <c:v>0.13035733997821808</c:v>
                </c:pt>
                <c:pt idx="839">
                  <c:v>0.2163413166999817</c:v>
                </c:pt>
                <c:pt idx="840">
                  <c:v>0.22973640263080597</c:v>
                </c:pt>
                <c:pt idx="841">
                  <c:v>0.13135072588920593</c:v>
                </c:pt>
                <c:pt idx="842">
                  <c:v>0.17865434288978577</c:v>
                </c:pt>
                <c:pt idx="843">
                  <c:v>0.17206519842147827</c:v>
                </c:pt>
                <c:pt idx="844">
                  <c:v>0.0951775535941124</c:v>
                </c:pt>
                <c:pt idx="845">
                  <c:v>0.17406243085861206</c:v>
                </c:pt>
                <c:pt idx="846">
                  <c:v>0.0851440504193306</c:v>
                </c:pt>
                <c:pt idx="847">
                  <c:v>0.1614687293767929</c:v>
                </c:pt>
                <c:pt idx="848">
                  <c:v>0.12502528727054596</c:v>
                </c:pt>
                <c:pt idx="849">
                  <c:v>0.12741002440452576</c:v>
                </c:pt>
                <c:pt idx="850">
                  <c:v>0.1327211707830429</c:v>
                </c:pt>
                <c:pt idx="851">
                  <c:v>0.12056005001068115</c:v>
                </c:pt>
                <c:pt idx="852">
                  <c:v>0.10853854566812515</c:v>
                </c:pt>
                <c:pt idx="853">
                  <c:v>0.3042038679122925</c:v>
                </c:pt>
                <c:pt idx="854">
                  <c:v>0.19355730712413788</c:v>
                </c:pt>
                <c:pt idx="855">
                  <c:v>0.19214969873428345</c:v>
                </c:pt>
                <c:pt idx="856">
                  <c:v>0.09559115767478943</c:v>
                </c:pt>
                <c:pt idx="857">
                  <c:v>0.1479162722826004</c:v>
                </c:pt>
                <c:pt idx="858">
                  <c:v>0.17222367227077484</c:v>
                </c:pt>
                <c:pt idx="859">
                  <c:v>0.1396886259317398</c:v>
                </c:pt>
                <c:pt idx="860">
                  <c:v>0.21455538272857666</c:v>
                </c:pt>
                <c:pt idx="861">
                  <c:v>0.09607352316379547</c:v>
                </c:pt>
                <c:pt idx="862">
                  <c:v>0.14359934628009796</c:v>
                </c:pt>
                <c:pt idx="863">
                  <c:v>0.12988460063934326</c:v>
                </c:pt>
                <c:pt idx="864">
                  <c:v>0.13507643342018127</c:v>
                </c:pt>
                <c:pt idx="865">
                  <c:v>0.1696351021528244</c:v>
                </c:pt>
                <c:pt idx="866">
                  <c:v>0.2347162514925003</c:v>
                </c:pt>
                <c:pt idx="867">
                  <c:v>0.11680671572685242</c:v>
                </c:pt>
                <c:pt idx="868">
                  <c:v>0.10252691060304642</c:v>
                </c:pt>
                <c:pt idx="869">
                  <c:v>0.13657650351524353</c:v>
                </c:pt>
                <c:pt idx="870">
                  <c:v>0.12624619901180267</c:v>
                </c:pt>
                <c:pt idx="871">
                  <c:v>0.1178116500377655</c:v>
                </c:pt>
                <c:pt idx="872">
                  <c:v>0.1938246339559555</c:v>
                </c:pt>
                <c:pt idx="873">
                  <c:v>0.17208297550678253</c:v>
                </c:pt>
                <c:pt idx="874">
                  <c:v>0.14334407448768616</c:v>
                </c:pt>
                <c:pt idx="875">
                  <c:v>0.1261989325284958</c:v>
                </c:pt>
                <c:pt idx="876">
                  <c:v>0.12397044897079468</c:v>
                </c:pt>
                <c:pt idx="877">
                  <c:v>0.18473978340625763</c:v>
                </c:pt>
                <c:pt idx="878">
                  <c:v>0.11608187109231949</c:v>
                </c:pt>
                <c:pt idx="879">
                  <c:v>0.23877020180225372</c:v>
                </c:pt>
                <c:pt idx="880">
                  <c:v>0.1576930582523346</c:v>
                </c:pt>
                <c:pt idx="881">
                  <c:v>0.1106705367565155</c:v>
                </c:pt>
                <c:pt idx="882">
                  <c:v>0.14550183713436127</c:v>
                </c:pt>
                <c:pt idx="883">
                  <c:v>0.07973366230726242</c:v>
                </c:pt>
                <c:pt idx="884">
                  <c:v>0.15946918725967407</c:v>
                </c:pt>
                <c:pt idx="885">
                  <c:v>0.14536741375923157</c:v>
                </c:pt>
                <c:pt idx="886">
                  <c:v>0.09650745242834091</c:v>
                </c:pt>
                <c:pt idx="887">
                  <c:v>0.2195807695388794</c:v>
                </c:pt>
                <c:pt idx="888">
                  <c:v>0.13311977684497833</c:v>
                </c:pt>
                <c:pt idx="889">
                  <c:v>0.10506458580493927</c:v>
                </c:pt>
                <c:pt idx="890">
                  <c:v>0.08106975257396698</c:v>
                </c:pt>
                <c:pt idx="891">
                  <c:v>0.11075941473245621</c:v>
                </c:pt>
                <c:pt idx="892">
                  <c:v>0.11593107134103775</c:v>
                </c:pt>
                <c:pt idx="893">
                  <c:v>0.13518022000789642</c:v>
                </c:pt>
                <c:pt idx="894">
                  <c:v>0.17265556752681732</c:v>
                </c:pt>
                <c:pt idx="895">
                  <c:v>0.1780896633863449</c:v>
                </c:pt>
                <c:pt idx="896">
                  <c:v>0.13989262282848358</c:v>
                </c:pt>
                <c:pt idx="897">
                  <c:v>0.16502049565315247</c:v>
                </c:pt>
                <c:pt idx="898">
                  <c:v>0.1460847109556198</c:v>
                </c:pt>
                <c:pt idx="899">
                  <c:v>0.11681725084781647</c:v>
                </c:pt>
                <c:pt idx="900">
                  <c:v>0.18164269626140594</c:v>
                </c:pt>
                <c:pt idx="901">
                  <c:v>0.11613808572292328</c:v>
                </c:pt>
                <c:pt idx="902">
                  <c:v>0.11440689861774445</c:v>
                </c:pt>
                <c:pt idx="903">
                  <c:v>0.17837592959403992</c:v>
                </c:pt>
                <c:pt idx="904">
                  <c:v>0.1486184149980545</c:v>
                </c:pt>
                <c:pt idx="905">
                  <c:v>0.07837681472301483</c:v>
                </c:pt>
                <c:pt idx="906">
                  <c:v>0.13731974363327026</c:v>
                </c:pt>
                <c:pt idx="907">
                  <c:v>0.20582379400730133</c:v>
                </c:pt>
                <c:pt idx="908">
                  <c:v>0.1370670348405838</c:v>
                </c:pt>
                <c:pt idx="909">
                  <c:v>0.18638400733470917</c:v>
                </c:pt>
                <c:pt idx="910">
                  <c:v>0.1262001246213913</c:v>
                </c:pt>
                <c:pt idx="911">
                  <c:v>0.11056748777627945</c:v>
                </c:pt>
                <c:pt idx="912">
                  <c:v>0.12133340537548065</c:v>
                </c:pt>
                <c:pt idx="913">
                  <c:v>0.07974560558795929</c:v>
                </c:pt>
                <c:pt idx="914">
                  <c:v>0.18167322874069214</c:v>
                </c:pt>
                <c:pt idx="915">
                  <c:v>0.15726345777511597</c:v>
                </c:pt>
                <c:pt idx="916">
                  <c:v>0.22380568087100983</c:v>
                </c:pt>
                <c:pt idx="917">
                  <c:v>0.12370531260967255</c:v>
                </c:pt>
                <c:pt idx="918">
                  <c:v>0.16191619634628296</c:v>
                </c:pt>
                <c:pt idx="919">
                  <c:v>0.17601285874843597</c:v>
                </c:pt>
                <c:pt idx="920">
                  <c:v>0.1634485423564911</c:v>
                </c:pt>
                <c:pt idx="921">
                  <c:v>0.2664000689983368</c:v>
                </c:pt>
                <c:pt idx="922">
                  <c:v>0.25928908586502075</c:v>
                </c:pt>
                <c:pt idx="923">
                  <c:v>0.10555610060691833</c:v>
                </c:pt>
                <c:pt idx="924">
                  <c:v>0.23067553341388702</c:v>
                </c:pt>
                <c:pt idx="925">
                  <c:v>0.2440478801727295</c:v>
                </c:pt>
                <c:pt idx="926">
                  <c:v>0.09320405125617981</c:v>
                </c:pt>
                <c:pt idx="927">
                  <c:v>0.20795339345932007</c:v>
                </c:pt>
                <c:pt idx="928">
                  <c:v>0.2234998494386673</c:v>
                </c:pt>
                <c:pt idx="929">
                  <c:v>0.16377758979797363</c:v>
                </c:pt>
                <c:pt idx="930">
                  <c:v>0.1218893975019455</c:v>
                </c:pt>
                <c:pt idx="931">
                  <c:v>0.1575440764427185</c:v>
                </c:pt>
                <c:pt idx="932">
                  <c:v>0.1583101451396942</c:v>
                </c:pt>
                <c:pt idx="933">
                  <c:v>0.15180164575576782</c:v>
                </c:pt>
                <c:pt idx="934">
                  <c:v>0.19079716503620148</c:v>
                </c:pt>
                <c:pt idx="935">
                  <c:v>0.17705272138118744</c:v>
                </c:pt>
                <c:pt idx="936">
                  <c:v>0.11731483042240143</c:v>
                </c:pt>
                <c:pt idx="937">
                  <c:v>0.07769229263067245</c:v>
                </c:pt>
                <c:pt idx="938">
                  <c:v>0.06958559155464172</c:v>
                </c:pt>
                <c:pt idx="939">
                  <c:v>0.14846032857894897</c:v>
                </c:pt>
                <c:pt idx="940">
                  <c:v>0.1543707549571991</c:v>
                </c:pt>
                <c:pt idx="941">
                  <c:v>0.15245625376701355</c:v>
                </c:pt>
                <c:pt idx="942">
                  <c:v>0.10105118155479431</c:v>
                </c:pt>
                <c:pt idx="943">
                  <c:v>0.07014467567205429</c:v>
                </c:pt>
                <c:pt idx="944">
                  <c:v>0.12206897139549255</c:v>
                </c:pt>
                <c:pt idx="945">
                  <c:v>0.22079674899578094</c:v>
                </c:pt>
                <c:pt idx="946">
                  <c:v>0.1309405416250229</c:v>
                </c:pt>
                <c:pt idx="947">
                  <c:v>0.11860278993844986</c:v>
                </c:pt>
                <c:pt idx="948">
                  <c:v>0.15094123780727386</c:v>
                </c:pt>
                <c:pt idx="949">
                  <c:v>0.13492299616336823</c:v>
                </c:pt>
                <c:pt idx="950">
                  <c:v>0.16872045397758484</c:v>
                </c:pt>
                <c:pt idx="951">
                  <c:v>0.1005321517586708</c:v>
                </c:pt>
                <c:pt idx="952">
                  <c:v>0.16930100321769714</c:v>
                </c:pt>
                <c:pt idx="953">
                  <c:v>0.17668937146663666</c:v>
                </c:pt>
                <c:pt idx="954">
                  <c:v>0.17175157368183136</c:v>
                </c:pt>
                <c:pt idx="955">
                  <c:v>0.1335233747959137</c:v>
                </c:pt>
                <c:pt idx="956">
                  <c:v>0.13010622560977936</c:v>
                </c:pt>
                <c:pt idx="957">
                  <c:v>0.20759515464305878</c:v>
                </c:pt>
                <c:pt idx="958">
                  <c:v>0.08418555557727814</c:v>
                </c:pt>
                <c:pt idx="959">
                  <c:v>0.09476093202829361</c:v>
                </c:pt>
                <c:pt idx="960">
                  <c:v>0.1444109082221985</c:v>
                </c:pt>
                <c:pt idx="961">
                  <c:v>0.13257256150245667</c:v>
                </c:pt>
                <c:pt idx="962">
                  <c:v>0.12345381081104279</c:v>
                </c:pt>
                <c:pt idx="963">
                  <c:v>0.08477194607257843</c:v>
                </c:pt>
                <c:pt idx="964">
                  <c:v>0.1233506053686142</c:v>
                </c:pt>
                <c:pt idx="965">
                  <c:v>0.12869712710380554</c:v>
                </c:pt>
                <c:pt idx="966">
                  <c:v>0.17810848355293274</c:v>
                </c:pt>
                <c:pt idx="967">
                  <c:v>0.11738449335098267</c:v>
                </c:pt>
                <c:pt idx="968">
                  <c:v>0.12390948086977005</c:v>
                </c:pt>
                <c:pt idx="969">
                  <c:v>0.12681996822357178</c:v>
                </c:pt>
                <c:pt idx="970">
                  <c:v>0.10273800790309906</c:v>
                </c:pt>
                <c:pt idx="971">
                  <c:v>0.19543059170246124</c:v>
                </c:pt>
                <c:pt idx="972">
                  <c:v>0.08760445564985275</c:v>
                </c:pt>
                <c:pt idx="973">
                  <c:v>0.08884955942630768</c:v>
                </c:pt>
                <c:pt idx="974">
                  <c:v>0.124064601957798</c:v>
                </c:pt>
                <c:pt idx="975">
                  <c:v>0.3197993338108063</c:v>
                </c:pt>
                <c:pt idx="976">
                  <c:v>0.16359730064868927</c:v>
                </c:pt>
                <c:pt idx="977">
                  <c:v>0.12376613914966583</c:v>
                </c:pt>
                <c:pt idx="978">
                  <c:v>0.18570324778556824</c:v>
                </c:pt>
                <c:pt idx="979">
                  <c:v>0.18058225512504578</c:v>
                </c:pt>
                <c:pt idx="980">
                  <c:v>0.10328920185565948</c:v>
                </c:pt>
                <c:pt idx="981">
                  <c:v>0.09872625768184662</c:v>
                </c:pt>
                <c:pt idx="982">
                  <c:v>0.1430930346250534</c:v>
                </c:pt>
                <c:pt idx="983">
                  <c:v>0.13185656070709229</c:v>
                </c:pt>
                <c:pt idx="984">
                  <c:v>0.09686052054166794</c:v>
                </c:pt>
                <c:pt idx="985">
                  <c:v>0.21765591204166412</c:v>
                </c:pt>
                <c:pt idx="986">
                  <c:v>0.14710409939289093</c:v>
                </c:pt>
                <c:pt idx="987">
                  <c:v>0.08629540354013443</c:v>
                </c:pt>
                <c:pt idx="988">
                  <c:v>0.18155261874198914</c:v>
                </c:pt>
                <c:pt idx="989">
                  <c:v>0.0940498486161232</c:v>
                </c:pt>
                <c:pt idx="990">
                  <c:v>0.1254078447818756</c:v>
                </c:pt>
                <c:pt idx="991">
                  <c:v>0.1641983687877655</c:v>
                </c:pt>
                <c:pt idx="992">
                  <c:v>0.19927413761615753</c:v>
                </c:pt>
                <c:pt idx="993">
                  <c:v>0.10611394047737122</c:v>
                </c:pt>
                <c:pt idx="994">
                  <c:v>0.11006820946931839</c:v>
                </c:pt>
                <c:pt idx="995">
                  <c:v>0.1716305911540985</c:v>
                </c:pt>
                <c:pt idx="996">
                  <c:v>0.20574301481246948</c:v>
                </c:pt>
                <c:pt idx="997">
                  <c:v>0.16328983008861542</c:v>
                </c:pt>
                <c:pt idx="998">
                  <c:v>0.10548767447471619</c:v>
                </c:pt>
                <c:pt idx="999">
                  <c:v>0.15701612830162048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bf16 head (ours)</c:v>
                </c:pt>
              </c:strCache>
            </c:strRef>
          </c:tx>
          <c:spPr>
            <a:solidFill>
              <a:srgbClr val="76B900"/>
            </a:solidFill>
            <a:ln w="19050" cap="flat">
              <a:solidFill>
                <a:srgbClr val="76B9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6B900"/>
              </a:solidFill>
              <a:ln w="9525" cap="flat">
                <a:solidFill>
                  <a:srgbClr val="76B9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Sheet1!$A$2:$A$1001</c:f>
              <c:multiLvlStrCache>
                <c:ptCount val="100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  <c:pt idx="50">
                    <c:v>51</c:v>
                  </c:pt>
                  <c:pt idx="51">
                    <c:v>52</c:v>
                  </c:pt>
                  <c:pt idx="52">
                    <c:v>53</c:v>
                  </c:pt>
                  <c:pt idx="53">
                    <c:v>54</c:v>
                  </c:pt>
                  <c:pt idx="54">
                    <c:v>55</c:v>
                  </c:pt>
                  <c:pt idx="55">
                    <c:v>56</c:v>
                  </c:pt>
                  <c:pt idx="56">
                    <c:v>57</c:v>
                  </c:pt>
                  <c:pt idx="57">
                    <c:v>58</c:v>
                  </c:pt>
                  <c:pt idx="58">
                    <c:v>59</c:v>
                  </c:pt>
                  <c:pt idx="59">
                    <c:v>60</c:v>
                  </c:pt>
                  <c:pt idx="60">
                    <c:v>61</c:v>
                  </c:pt>
                  <c:pt idx="61">
                    <c:v>62</c:v>
                  </c:pt>
                  <c:pt idx="62">
                    <c:v>63</c:v>
                  </c:pt>
                  <c:pt idx="63">
                    <c:v>64</c:v>
                  </c:pt>
                  <c:pt idx="64">
                    <c:v>65</c:v>
                  </c:pt>
                  <c:pt idx="65">
                    <c:v>66</c:v>
                  </c:pt>
                  <c:pt idx="66">
                    <c:v>67</c:v>
                  </c:pt>
                  <c:pt idx="67">
                    <c:v>68</c:v>
                  </c:pt>
                  <c:pt idx="68">
                    <c:v>69</c:v>
                  </c:pt>
                  <c:pt idx="69">
                    <c:v>70</c:v>
                  </c:pt>
                  <c:pt idx="70">
                    <c:v>71</c:v>
                  </c:pt>
                  <c:pt idx="71">
                    <c:v>72</c:v>
                  </c:pt>
                  <c:pt idx="72">
                    <c:v>73</c:v>
                  </c:pt>
                  <c:pt idx="73">
                    <c:v>74</c:v>
                  </c:pt>
                  <c:pt idx="74">
                    <c:v>75</c:v>
                  </c:pt>
                  <c:pt idx="75">
                    <c:v>76</c:v>
                  </c:pt>
                  <c:pt idx="76">
                    <c:v>77</c:v>
                  </c:pt>
                  <c:pt idx="77">
                    <c:v>78</c:v>
                  </c:pt>
                  <c:pt idx="78">
                    <c:v>79</c:v>
                  </c:pt>
                  <c:pt idx="79">
                    <c:v>80</c:v>
                  </c:pt>
                  <c:pt idx="80">
                    <c:v>81</c:v>
                  </c:pt>
                  <c:pt idx="81">
                    <c:v>82</c:v>
                  </c:pt>
                  <c:pt idx="82">
                    <c:v>83</c:v>
                  </c:pt>
                  <c:pt idx="83">
                    <c:v>84</c:v>
                  </c:pt>
                  <c:pt idx="84">
                    <c:v>85</c:v>
                  </c:pt>
                  <c:pt idx="85">
                    <c:v>86</c:v>
                  </c:pt>
                  <c:pt idx="86">
                    <c:v>87</c:v>
                  </c:pt>
                  <c:pt idx="87">
                    <c:v>88</c:v>
                  </c:pt>
                  <c:pt idx="88">
                    <c:v>89</c:v>
                  </c:pt>
                  <c:pt idx="89">
                    <c:v>90</c:v>
                  </c:pt>
                  <c:pt idx="90">
                    <c:v>91</c:v>
                  </c:pt>
                  <c:pt idx="91">
                    <c:v>92</c:v>
                  </c:pt>
                  <c:pt idx="92">
                    <c:v>93</c:v>
                  </c:pt>
                  <c:pt idx="93">
                    <c:v>94</c:v>
                  </c:pt>
                  <c:pt idx="94">
                    <c:v>95</c:v>
                  </c:pt>
                  <c:pt idx="95">
                    <c:v>96</c:v>
                  </c:pt>
                  <c:pt idx="96">
                    <c:v>97</c:v>
                  </c:pt>
                  <c:pt idx="97">
                    <c:v>98</c:v>
                  </c:pt>
                  <c:pt idx="98">
                    <c:v>99</c:v>
                  </c:pt>
                  <c:pt idx="99">
                    <c:v>100</c:v>
                  </c:pt>
                  <c:pt idx="100">
                    <c:v>101</c:v>
                  </c:pt>
                  <c:pt idx="101">
                    <c:v>102</c:v>
                  </c:pt>
                  <c:pt idx="102">
                    <c:v>103</c:v>
                  </c:pt>
                  <c:pt idx="103">
                    <c:v>104</c:v>
                  </c:pt>
                  <c:pt idx="104">
                    <c:v>105</c:v>
                  </c:pt>
                  <c:pt idx="105">
                    <c:v>106</c:v>
                  </c:pt>
                  <c:pt idx="106">
                    <c:v>107</c:v>
                  </c:pt>
                  <c:pt idx="107">
                    <c:v>108</c:v>
                  </c:pt>
                  <c:pt idx="108">
                    <c:v>109</c:v>
                  </c:pt>
                  <c:pt idx="109">
                    <c:v>110</c:v>
                  </c:pt>
                  <c:pt idx="110">
                    <c:v>111</c:v>
                  </c:pt>
                  <c:pt idx="111">
                    <c:v>112</c:v>
                  </c:pt>
                  <c:pt idx="112">
                    <c:v>113</c:v>
                  </c:pt>
                  <c:pt idx="113">
                    <c:v>114</c:v>
                  </c:pt>
                  <c:pt idx="114">
                    <c:v>115</c:v>
                  </c:pt>
                  <c:pt idx="115">
                    <c:v>116</c:v>
                  </c:pt>
                  <c:pt idx="116">
                    <c:v>117</c:v>
                  </c:pt>
                  <c:pt idx="117">
                    <c:v>118</c:v>
                  </c:pt>
                  <c:pt idx="118">
                    <c:v>119</c:v>
                  </c:pt>
                  <c:pt idx="119">
                    <c:v>120</c:v>
                  </c:pt>
                  <c:pt idx="120">
                    <c:v>121</c:v>
                  </c:pt>
                  <c:pt idx="121">
                    <c:v>122</c:v>
                  </c:pt>
                  <c:pt idx="122">
                    <c:v>123</c:v>
                  </c:pt>
                  <c:pt idx="123">
                    <c:v>124</c:v>
                  </c:pt>
                  <c:pt idx="124">
                    <c:v>125</c:v>
                  </c:pt>
                  <c:pt idx="125">
                    <c:v>126</c:v>
                  </c:pt>
                  <c:pt idx="126">
                    <c:v>127</c:v>
                  </c:pt>
                  <c:pt idx="127">
                    <c:v>128</c:v>
                  </c:pt>
                  <c:pt idx="128">
                    <c:v>129</c:v>
                  </c:pt>
                  <c:pt idx="129">
                    <c:v>130</c:v>
                  </c:pt>
                  <c:pt idx="130">
                    <c:v>131</c:v>
                  </c:pt>
                  <c:pt idx="131">
                    <c:v>132</c:v>
                  </c:pt>
                  <c:pt idx="132">
                    <c:v>133</c:v>
                  </c:pt>
                  <c:pt idx="133">
                    <c:v>134</c:v>
                  </c:pt>
                  <c:pt idx="134">
                    <c:v>135</c:v>
                  </c:pt>
                  <c:pt idx="135">
                    <c:v>136</c:v>
                  </c:pt>
                  <c:pt idx="136">
                    <c:v>137</c:v>
                  </c:pt>
                  <c:pt idx="137">
                    <c:v>138</c:v>
                  </c:pt>
                  <c:pt idx="138">
                    <c:v>139</c:v>
                  </c:pt>
                  <c:pt idx="139">
                    <c:v>140</c:v>
                  </c:pt>
                  <c:pt idx="140">
                    <c:v>141</c:v>
                  </c:pt>
                  <c:pt idx="141">
                    <c:v>142</c:v>
                  </c:pt>
                  <c:pt idx="142">
                    <c:v>143</c:v>
                  </c:pt>
                  <c:pt idx="143">
                    <c:v>144</c:v>
                  </c:pt>
                  <c:pt idx="144">
                    <c:v>145</c:v>
                  </c:pt>
                  <c:pt idx="145">
                    <c:v>146</c:v>
                  </c:pt>
                  <c:pt idx="146">
                    <c:v>147</c:v>
                  </c:pt>
                  <c:pt idx="147">
                    <c:v>148</c:v>
                  </c:pt>
                  <c:pt idx="148">
                    <c:v>149</c:v>
                  </c:pt>
                  <c:pt idx="149">
                    <c:v>150</c:v>
                  </c:pt>
                  <c:pt idx="150">
                    <c:v>151</c:v>
                  </c:pt>
                  <c:pt idx="151">
                    <c:v>152</c:v>
                  </c:pt>
                  <c:pt idx="152">
                    <c:v>153</c:v>
                  </c:pt>
                  <c:pt idx="153">
                    <c:v>154</c:v>
                  </c:pt>
                  <c:pt idx="154">
                    <c:v>155</c:v>
                  </c:pt>
                  <c:pt idx="155">
                    <c:v>156</c:v>
                  </c:pt>
                  <c:pt idx="156">
                    <c:v>157</c:v>
                  </c:pt>
                  <c:pt idx="157">
                    <c:v>158</c:v>
                  </c:pt>
                  <c:pt idx="158">
                    <c:v>159</c:v>
                  </c:pt>
                  <c:pt idx="159">
                    <c:v>160</c:v>
                  </c:pt>
                  <c:pt idx="160">
                    <c:v>161</c:v>
                  </c:pt>
                  <c:pt idx="161">
                    <c:v>162</c:v>
                  </c:pt>
                  <c:pt idx="162">
                    <c:v>163</c:v>
                  </c:pt>
                  <c:pt idx="163">
                    <c:v>164</c:v>
                  </c:pt>
                  <c:pt idx="164">
                    <c:v>165</c:v>
                  </c:pt>
                  <c:pt idx="165">
                    <c:v>166</c:v>
                  </c:pt>
                  <c:pt idx="166">
                    <c:v>167</c:v>
                  </c:pt>
                  <c:pt idx="167">
                    <c:v>168</c:v>
                  </c:pt>
                  <c:pt idx="168">
                    <c:v>169</c:v>
                  </c:pt>
                  <c:pt idx="169">
                    <c:v>170</c:v>
                  </c:pt>
                  <c:pt idx="170">
                    <c:v>171</c:v>
                  </c:pt>
                  <c:pt idx="171">
                    <c:v>172</c:v>
                  </c:pt>
                  <c:pt idx="172">
                    <c:v>173</c:v>
                  </c:pt>
                  <c:pt idx="173">
                    <c:v>174</c:v>
                  </c:pt>
                  <c:pt idx="174">
                    <c:v>175</c:v>
                  </c:pt>
                  <c:pt idx="175">
                    <c:v>176</c:v>
                  </c:pt>
                  <c:pt idx="176">
                    <c:v>177</c:v>
                  </c:pt>
                  <c:pt idx="177">
                    <c:v>178</c:v>
                  </c:pt>
                  <c:pt idx="178">
                    <c:v>179</c:v>
                  </c:pt>
                  <c:pt idx="179">
                    <c:v>180</c:v>
                  </c:pt>
                  <c:pt idx="180">
                    <c:v>181</c:v>
                  </c:pt>
                  <c:pt idx="181">
                    <c:v>182</c:v>
                  </c:pt>
                  <c:pt idx="182">
                    <c:v>183</c:v>
                  </c:pt>
                  <c:pt idx="183">
                    <c:v>184</c:v>
                  </c:pt>
                  <c:pt idx="184">
                    <c:v>185</c:v>
                  </c:pt>
                  <c:pt idx="185">
                    <c:v>186</c:v>
                  </c:pt>
                  <c:pt idx="186">
                    <c:v>187</c:v>
                  </c:pt>
                  <c:pt idx="187">
                    <c:v>188</c:v>
                  </c:pt>
                  <c:pt idx="188">
                    <c:v>189</c:v>
                  </c:pt>
                  <c:pt idx="189">
                    <c:v>190</c:v>
                  </c:pt>
                  <c:pt idx="190">
                    <c:v>191</c:v>
                  </c:pt>
                  <c:pt idx="191">
                    <c:v>192</c:v>
                  </c:pt>
                  <c:pt idx="192">
                    <c:v>193</c:v>
                  </c:pt>
                  <c:pt idx="193">
                    <c:v>194</c:v>
                  </c:pt>
                  <c:pt idx="194">
                    <c:v>195</c:v>
                  </c:pt>
                  <c:pt idx="195">
                    <c:v>196</c:v>
                  </c:pt>
                  <c:pt idx="196">
                    <c:v>197</c:v>
                  </c:pt>
                  <c:pt idx="197">
                    <c:v>198</c:v>
                  </c:pt>
                  <c:pt idx="198">
                    <c:v>199</c:v>
                  </c:pt>
                  <c:pt idx="199">
                    <c:v>200</c:v>
                  </c:pt>
                  <c:pt idx="200">
                    <c:v>201</c:v>
                  </c:pt>
                  <c:pt idx="201">
                    <c:v>202</c:v>
                  </c:pt>
                  <c:pt idx="202">
                    <c:v>203</c:v>
                  </c:pt>
                  <c:pt idx="203">
                    <c:v>204</c:v>
                  </c:pt>
                  <c:pt idx="204">
                    <c:v>205</c:v>
                  </c:pt>
                  <c:pt idx="205">
                    <c:v>206</c:v>
                  </c:pt>
                  <c:pt idx="206">
                    <c:v>207</c:v>
                  </c:pt>
                  <c:pt idx="207">
                    <c:v>208</c:v>
                  </c:pt>
                  <c:pt idx="208">
                    <c:v>209</c:v>
                  </c:pt>
                  <c:pt idx="209">
                    <c:v>210</c:v>
                  </c:pt>
                  <c:pt idx="210">
                    <c:v>211</c:v>
                  </c:pt>
                  <c:pt idx="211">
                    <c:v>212</c:v>
                  </c:pt>
                  <c:pt idx="212">
                    <c:v>213</c:v>
                  </c:pt>
                  <c:pt idx="213">
                    <c:v>214</c:v>
                  </c:pt>
                  <c:pt idx="214">
                    <c:v>215</c:v>
                  </c:pt>
                  <c:pt idx="215">
                    <c:v>216</c:v>
                  </c:pt>
                  <c:pt idx="216">
                    <c:v>217</c:v>
                  </c:pt>
                  <c:pt idx="217">
                    <c:v>218</c:v>
                  </c:pt>
                  <c:pt idx="218">
                    <c:v>219</c:v>
                  </c:pt>
                  <c:pt idx="219">
                    <c:v>220</c:v>
                  </c:pt>
                  <c:pt idx="220">
                    <c:v>221</c:v>
                  </c:pt>
                  <c:pt idx="221">
                    <c:v>222</c:v>
                  </c:pt>
                  <c:pt idx="222">
                    <c:v>223</c:v>
                  </c:pt>
                  <c:pt idx="223">
                    <c:v>224</c:v>
                  </c:pt>
                  <c:pt idx="224">
                    <c:v>225</c:v>
                  </c:pt>
                  <c:pt idx="225">
                    <c:v>226</c:v>
                  </c:pt>
                  <c:pt idx="226">
                    <c:v>227</c:v>
                  </c:pt>
                  <c:pt idx="227">
                    <c:v>228</c:v>
                  </c:pt>
                  <c:pt idx="228">
                    <c:v>229</c:v>
                  </c:pt>
                  <c:pt idx="229">
                    <c:v>230</c:v>
                  </c:pt>
                  <c:pt idx="230">
                    <c:v>231</c:v>
                  </c:pt>
                  <c:pt idx="231">
                    <c:v>232</c:v>
                  </c:pt>
                  <c:pt idx="232">
                    <c:v>233</c:v>
                  </c:pt>
                  <c:pt idx="233">
                    <c:v>234</c:v>
                  </c:pt>
                  <c:pt idx="234">
                    <c:v>235</c:v>
                  </c:pt>
                  <c:pt idx="235">
                    <c:v>236</c:v>
                  </c:pt>
                  <c:pt idx="236">
                    <c:v>237</c:v>
                  </c:pt>
                  <c:pt idx="237">
                    <c:v>238</c:v>
                  </c:pt>
                  <c:pt idx="238">
                    <c:v>239</c:v>
                  </c:pt>
                  <c:pt idx="239">
                    <c:v>240</c:v>
                  </c:pt>
                  <c:pt idx="240">
                    <c:v>241</c:v>
                  </c:pt>
                  <c:pt idx="241">
                    <c:v>242</c:v>
                  </c:pt>
                  <c:pt idx="242">
                    <c:v>243</c:v>
                  </c:pt>
                  <c:pt idx="243">
                    <c:v>244</c:v>
                  </c:pt>
                  <c:pt idx="244">
                    <c:v>245</c:v>
                  </c:pt>
                  <c:pt idx="245">
                    <c:v>246</c:v>
                  </c:pt>
                  <c:pt idx="246">
                    <c:v>247</c:v>
                  </c:pt>
                  <c:pt idx="247">
                    <c:v>248</c:v>
                  </c:pt>
                  <c:pt idx="248">
                    <c:v>249</c:v>
                  </c:pt>
                  <c:pt idx="249">
                    <c:v>250</c:v>
                  </c:pt>
                  <c:pt idx="250">
                    <c:v>251</c:v>
                  </c:pt>
                  <c:pt idx="251">
                    <c:v>252</c:v>
                  </c:pt>
                  <c:pt idx="252">
                    <c:v>253</c:v>
                  </c:pt>
                  <c:pt idx="253">
                    <c:v>254</c:v>
                  </c:pt>
                  <c:pt idx="254">
                    <c:v>255</c:v>
                  </c:pt>
                  <c:pt idx="255">
                    <c:v>256</c:v>
                  </c:pt>
                  <c:pt idx="256">
                    <c:v>257</c:v>
                  </c:pt>
                  <c:pt idx="257">
                    <c:v>258</c:v>
                  </c:pt>
                  <c:pt idx="258">
                    <c:v>259</c:v>
                  </c:pt>
                  <c:pt idx="259">
                    <c:v>260</c:v>
                  </c:pt>
                  <c:pt idx="260">
                    <c:v>261</c:v>
                  </c:pt>
                  <c:pt idx="261">
                    <c:v>262</c:v>
                  </c:pt>
                  <c:pt idx="262">
                    <c:v>263</c:v>
                  </c:pt>
                  <c:pt idx="263">
                    <c:v>264</c:v>
                  </c:pt>
                  <c:pt idx="264">
                    <c:v>265</c:v>
                  </c:pt>
                  <c:pt idx="265">
                    <c:v>266</c:v>
                  </c:pt>
                  <c:pt idx="266">
                    <c:v>267</c:v>
                  </c:pt>
                  <c:pt idx="267">
                    <c:v>268</c:v>
                  </c:pt>
                  <c:pt idx="268">
                    <c:v>269</c:v>
                  </c:pt>
                  <c:pt idx="269">
                    <c:v>270</c:v>
                  </c:pt>
                  <c:pt idx="270">
                    <c:v>271</c:v>
                  </c:pt>
                  <c:pt idx="271">
                    <c:v>272</c:v>
                  </c:pt>
                  <c:pt idx="272">
                    <c:v>273</c:v>
                  </c:pt>
                  <c:pt idx="273">
                    <c:v>274</c:v>
                  </c:pt>
                  <c:pt idx="274">
                    <c:v>275</c:v>
                  </c:pt>
                  <c:pt idx="275">
                    <c:v>276</c:v>
                  </c:pt>
                  <c:pt idx="276">
                    <c:v>277</c:v>
                  </c:pt>
                  <c:pt idx="277">
                    <c:v>278</c:v>
                  </c:pt>
                  <c:pt idx="278">
                    <c:v>279</c:v>
                  </c:pt>
                  <c:pt idx="279">
                    <c:v>280</c:v>
                  </c:pt>
                  <c:pt idx="280">
                    <c:v>281</c:v>
                  </c:pt>
                  <c:pt idx="281">
                    <c:v>282</c:v>
                  </c:pt>
                  <c:pt idx="282">
                    <c:v>283</c:v>
                  </c:pt>
                  <c:pt idx="283">
                    <c:v>284</c:v>
                  </c:pt>
                  <c:pt idx="284">
                    <c:v>285</c:v>
                  </c:pt>
                  <c:pt idx="285">
                    <c:v>286</c:v>
                  </c:pt>
                  <c:pt idx="286">
                    <c:v>287</c:v>
                  </c:pt>
                  <c:pt idx="287">
                    <c:v>288</c:v>
                  </c:pt>
                  <c:pt idx="288">
                    <c:v>289</c:v>
                  </c:pt>
                  <c:pt idx="289">
                    <c:v>290</c:v>
                  </c:pt>
                  <c:pt idx="290">
                    <c:v>291</c:v>
                  </c:pt>
                  <c:pt idx="291">
                    <c:v>292</c:v>
                  </c:pt>
                  <c:pt idx="292">
                    <c:v>293</c:v>
                  </c:pt>
                  <c:pt idx="293">
                    <c:v>294</c:v>
                  </c:pt>
                  <c:pt idx="294">
                    <c:v>295</c:v>
                  </c:pt>
                  <c:pt idx="295">
                    <c:v>296</c:v>
                  </c:pt>
                  <c:pt idx="296">
                    <c:v>297</c:v>
                  </c:pt>
                  <c:pt idx="297">
                    <c:v>298</c:v>
                  </c:pt>
                  <c:pt idx="298">
                    <c:v>299</c:v>
                  </c:pt>
                  <c:pt idx="299">
                    <c:v>300</c:v>
                  </c:pt>
                  <c:pt idx="300">
                    <c:v>301</c:v>
                  </c:pt>
                  <c:pt idx="301">
                    <c:v>302</c:v>
                  </c:pt>
                  <c:pt idx="302">
                    <c:v>303</c:v>
                  </c:pt>
                  <c:pt idx="303">
                    <c:v>304</c:v>
                  </c:pt>
                  <c:pt idx="304">
                    <c:v>305</c:v>
                  </c:pt>
                  <c:pt idx="305">
                    <c:v>306</c:v>
                  </c:pt>
                  <c:pt idx="306">
                    <c:v>307</c:v>
                  </c:pt>
                  <c:pt idx="307">
                    <c:v>308</c:v>
                  </c:pt>
                  <c:pt idx="308">
                    <c:v>309</c:v>
                  </c:pt>
                  <c:pt idx="309">
                    <c:v>310</c:v>
                  </c:pt>
                  <c:pt idx="310">
                    <c:v>311</c:v>
                  </c:pt>
                  <c:pt idx="311">
                    <c:v>312</c:v>
                  </c:pt>
                  <c:pt idx="312">
                    <c:v>313</c:v>
                  </c:pt>
                  <c:pt idx="313">
                    <c:v>314</c:v>
                  </c:pt>
                  <c:pt idx="314">
                    <c:v>315</c:v>
                  </c:pt>
                  <c:pt idx="315">
                    <c:v>316</c:v>
                  </c:pt>
                  <c:pt idx="316">
                    <c:v>317</c:v>
                  </c:pt>
                  <c:pt idx="317">
                    <c:v>318</c:v>
                  </c:pt>
                  <c:pt idx="318">
                    <c:v>319</c:v>
                  </c:pt>
                  <c:pt idx="319">
                    <c:v>320</c:v>
                  </c:pt>
                  <c:pt idx="320">
                    <c:v>321</c:v>
                  </c:pt>
                  <c:pt idx="321">
                    <c:v>322</c:v>
                  </c:pt>
                  <c:pt idx="322">
                    <c:v>323</c:v>
                  </c:pt>
                  <c:pt idx="323">
                    <c:v>324</c:v>
                  </c:pt>
                  <c:pt idx="324">
                    <c:v>325</c:v>
                  </c:pt>
                  <c:pt idx="325">
                    <c:v>326</c:v>
                  </c:pt>
                  <c:pt idx="326">
                    <c:v>327</c:v>
                  </c:pt>
                  <c:pt idx="327">
                    <c:v>328</c:v>
                  </c:pt>
                  <c:pt idx="328">
                    <c:v>329</c:v>
                  </c:pt>
                  <c:pt idx="329">
                    <c:v>330</c:v>
                  </c:pt>
                  <c:pt idx="330">
                    <c:v>331</c:v>
                  </c:pt>
                  <c:pt idx="331">
                    <c:v>332</c:v>
                  </c:pt>
                  <c:pt idx="332">
                    <c:v>333</c:v>
                  </c:pt>
                  <c:pt idx="333">
                    <c:v>334</c:v>
                  </c:pt>
                  <c:pt idx="334">
                    <c:v>335</c:v>
                  </c:pt>
                  <c:pt idx="335">
                    <c:v>336</c:v>
                  </c:pt>
                  <c:pt idx="336">
                    <c:v>337</c:v>
                  </c:pt>
                  <c:pt idx="337">
                    <c:v>338</c:v>
                  </c:pt>
                  <c:pt idx="338">
                    <c:v>339</c:v>
                  </c:pt>
                  <c:pt idx="339">
                    <c:v>340</c:v>
                  </c:pt>
                  <c:pt idx="340">
                    <c:v>341</c:v>
                  </c:pt>
                  <c:pt idx="341">
                    <c:v>342</c:v>
                  </c:pt>
                  <c:pt idx="342">
                    <c:v>343</c:v>
                  </c:pt>
                  <c:pt idx="343">
                    <c:v>344</c:v>
                  </c:pt>
                  <c:pt idx="344">
                    <c:v>345</c:v>
                  </c:pt>
                  <c:pt idx="345">
                    <c:v>346</c:v>
                  </c:pt>
                  <c:pt idx="346">
                    <c:v>347</c:v>
                  </c:pt>
                  <c:pt idx="347">
                    <c:v>348</c:v>
                  </c:pt>
                  <c:pt idx="348">
                    <c:v>349</c:v>
                  </c:pt>
                  <c:pt idx="349">
                    <c:v>350</c:v>
                  </c:pt>
                  <c:pt idx="350">
                    <c:v>351</c:v>
                  </c:pt>
                  <c:pt idx="351">
                    <c:v>352</c:v>
                  </c:pt>
                  <c:pt idx="352">
                    <c:v>353</c:v>
                  </c:pt>
                  <c:pt idx="353">
                    <c:v>354</c:v>
                  </c:pt>
                  <c:pt idx="354">
                    <c:v>355</c:v>
                  </c:pt>
                  <c:pt idx="355">
                    <c:v>356</c:v>
                  </c:pt>
                  <c:pt idx="356">
                    <c:v>357</c:v>
                  </c:pt>
                  <c:pt idx="357">
                    <c:v>358</c:v>
                  </c:pt>
                  <c:pt idx="358">
                    <c:v>359</c:v>
                  </c:pt>
                  <c:pt idx="359">
                    <c:v>360</c:v>
                  </c:pt>
                  <c:pt idx="360">
                    <c:v>361</c:v>
                  </c:pt>
                  <c:pt idx="361">
                    <c:v>362</c:v>
                  </c:pt>
                  <c:pt idx="362">
                    <c:v>363</c:v>
                  </c:pt>
                  <c:pt idx="363">
                    <c:v>364</c:v>
                  </c:pt>
                  <c:pt idx="364">
                    <c:v>365</c:v>
                  </c:pt>
                  <c:pt idx="365">
                    <c:v>366</c:v>
                  </c:pt>
                  <c:pt idx="366">
                    <c:v>367</c:v>
                  </c:pt>
                  <c:pt idx="367">
                    <c:v>368</c:v>
                  </c:pt>
                  <c:pt idx="368">
                    <c:v>369</c:v>
                  </c:pt>
                  <c:pt idx="369">
                    <c:v>370</c:v>
                  </c:pt>
                  <c:pt idx="370">
                    <c:v>371</c:v>
                  </c:pt>
                  <c:pt idx="371">
                    <c:v>372</c:v>
                  </c:pt>
                  <c:pt idx="372">
                    <c:v>373</c:v>
                  </c:pt>
                  <c:pt idx="373">
                    <c:v>374</c:v>
                  </c:pt>
                  <c:pt idx="374">
                    <c:v>375</c:v>
                  </c:pt>
                  <c:pt idx="375">
                    <c:v>376</c:v>
                  </c:pt>
                  <c:pt idx="376">
                    <c:v>377</c:v>
                  </c:pt>
                  <c:pt idx="377">
                    <c:v>378</c:v>
                  </c:pt>
                  <c:pt idx="378">
                    <c:v>379</c:v>
                  </c:pt>
                  <c:pt idx="379">
                    <c:v>380</c:v>
                  </c:pt>
                  <c:pt idx="380">
                    <c:v>381</c:v>
                  </c:pt>
                  <c:pt idx="381">
                    <c:v>382</c:v>
                  </c:pt>
                  <c:pt idx="382">
                    <c:v>383</c:v>
                  </c:pt>
                  <c:pt idx="383">
                    <c:v>384</c:v>
                  </c:pt>
                  <c:pt idx="384">
                    <c:v>385</c:v>
                  </c:pt>
                  <c:pt idx="385">
                    <c:v>386</c:v>
                  </c:pt>
                  <c:pt idx="386">
                    <c:v>387</c:v>
                  </c:pt>
                  <c:pt idx="387">
                    <c:v>388</c:v>
                  </c:pt>
                  <c:pt idx="388">
                    <c:v>389</c:v>
                  </c:pt>
                  <c:pt idx="389">
                    <c:v>390</c:v>
                  </c:pt>
                  <c:pt idx="390">
                    <c:v>391</c:v>
                  </c:pt>
                  <c:pt idx="391">
                    <c:v>392</c:v>
                  </c:pt>
                  <c:pt idx="392">
                    <c:v>393</c:v>
                  </c:pt>
                  <c:pt idx="393">
                    <c:v>394</c:v>
                  </c:pt>
                  <c:pt idx="394">
                    <c:v>395</c:v>
                  </c:pt>
                  <c:pt idx="395">
                    <c:v>396</c:v>
                  </c:pt>
                  <c:pt idx="396">
                    <c:v>397</c:v>
                  </c:pt>
                  <c:pt idx="397">
                    <c:v>398</c:v>
                  </c:pt>
                  <c:pt idx="398">
                    <c:v>399</c:v>
                  </c:pt>
                  <c:pt idx="399">
                    <c:v>400</c:v>
                  </c:pt>
                  <c:pt idx="400">
                    <c:v>401</c:v>
                  </c:pt>
                  <c:pt idx="401">
                    <c:v>402</c:v>
                  </c:pt>
                  <c:pt idx="402">
                    <c:v>403</c:v>
                  </c:pt>
                  <c:pt idx="403">
                    <c:v>404</c:v>
                  </c:pt>
                  <c:pt idx="404">
                    <c:v>405</c:v>
                  </c:pt>
                  <c:pt idx="405">
                    <c:v>406</c:v>
                  </c:pt>
                  <c:pt idx="406">
                    <c:v>407</c:v>
                  </c:pt>
                  <c:pt idx="407">
                    <c:v>408</c:v>
                  </c:pt>
                  <c:pt idx="408">
                    <c:v>409</c:v>
                  </c:pt>
                  <c:pt idx="409">
                    <c:v>410</c:v>
                  </c:pt>
                  <c:pt idx="410">
                    <c:v>411</c:v>
                  </c:pt>
                  <c:pt idx="411">
                    <c:v>412</c:v>
                  </c:pt>
                  <c:pt idx="412">
                    <c:v>413</c:v>
                  </c:pt>
                  <c:pt idx="413">
                    <c:v>414</c:v>
                  </c:pt>
                  <c:pt idx="414">
                    <c:v>415</c:v>
                  </c:pt>
                  <c:pt idx="415">
                    <c:v>416</c:v>
                  </c:pt>
                  <c:pt idx="416">
                    <c:v>417</c:v>
                  </c:pt>
                  <c:pt idx="417">
                    <c:v>418</c:v>
                  </c:pt>
                  <c:pt idx="418">
                    <c:v>419</c:v>
                  </c:pt>
                  <c:pt idx="419">
                    <c:v>420</c:v>
                  </c:pt>
                  <c:pt idx="420">
                    <c:v>421</c:v>
                  </c:pt>
                  <c:pt idx="421">
                    <c:v>422</c:v>
                  </c:pt>
                  <c:pt idx="422">
                    <c:v>423</c:v>
                  </c:pt>
                  <c:pt idx="423">
                    <c:v>424</c:v>
                  </c:pt>
                  <c:pt idx="424">
                    <c:v>425</c:v>
                  </c:pt>
                  <c:pt idx="425">
                    <c:v>426</c:v>
                  </c:pt>
                  <c:pt idx="426">
                    <c:v>427</c:v>
                  </c:pt>
                  <c:pt idx="427">
                    <c:v>428</c:v>
                  </c:pt>
                  <c:pt idx="428">
                    <c:v>429</c:v>
                  </c:pt>
                  <c:pt idx="429">
                    <c:v>430</c:v>
                  </c:pt>
                  <c:pt idx="430">
                    <c:v>431</c:v>
                  </c:pt>
                  <c:pt idx="431">
                    <c:v>432</c:v>
                  </c:pt>
                  <c:pt idx="432">
                    <c:v>433</c:v>
                  </c:pt>
                  <c:pt idx="433">
                    <c:v>434</c:v>
                  </c:pt>
                  <c:pt idx="434">
                    <c:v>435</c:v>
                  </c:pt>
                  <c:pt idx="435">
                    <c:v>436</c:v>
                  </c:pt>
                  <c:pt idx="436">
                    <c:v>437</c:v>
                  </c:pt>
                  <c:pt idx="437">
                    <c:v>438</c:v>
                  </c:pt>
                  <c:pt idx="438">
                    <c:v>439</c:v>
                  </c:pt>
                  <c:pt idx="439">
                    <c:v>440</c:v>
                  </c:pt>
                  <c:pt idx="440">
                    <c:v>441</c:v>
                  </c:pt>
                  <c:pt idx="441">
                    <c:v>442</c:v>
                  </c:pt>
                  <c:pt idx="442">
                    <c:v>443</c:v>
                  </c:pt>
                  <c:pt idx="443">
                    <c:v>444</c:v>
                  </c:pt>
                  <c:pt idx="444">
                    <c:v>445</c:v>
                  </c:pt>
                  <c:pt idx="445">
                    <c:v>446</c:v>
                  </c:pt>
                  <c:pt idx="446">
                    <c:v>447</c:v>
                  </c:pt>
                  <c:pt idx="447">
                    <c:v>448</c:v>
                  </c:pt>
                  <c:pt idx="448">
                    <c:v>449</c:v>
                  </c:pt>
                  <c:pt idx="449">
                    <c:v>450</c:v>
                  </c:pt>
                  <c:pt idx="450">
                    <c:v>451</c:v>
                  </c:pt>
                  <c:pt idx="451">
                    <c:v>452</c:v>
                  </c:pt>
                  <c:pt idx="452">
                    <c:v>453</c:v>
                  </c:pt>
                  <c:pt idx="453">
                    <c:v>454</c:v>
                  </c:pt>
                  <c:pt idx="454">
                    <c:v>455</c:v>
                  </c:pt>
                  <c:pt idx="455">
                    <c:v>456</c:v>
                  </c:pt>
                  <c:pt idx="456">
                    <c:v>457</c:v>
                  </c:pt>
                  <c:pt idx="457">
                    <c:v>458</c:v>
                  </c:pt>
                  <c:pt idx="458">
                    <c:v>459</c:v>
                  </c:pt>
                  <c:pt idx="459">
                    <c:v>460</c:v>
                  </c:pt>
                  <c:pt idx="460">
                    <c:v>461</c:v>
                  </c:pt>
                  <c:pt idx="461">
                    <c:v>462</c:v>
                  </c:pt>
                  <c:pt idx="462">
                    <c:v>463</c:v>
                  </c:pt>
                  <c:pt idx="463">
                    <c:v>464</c:v>
                  </c:pt>
                  <c:pt idx="464">
                    <c:v>465</c:v>
                  </c:pt>
                  <c:pt idx="465">
                    <c:v>466</c:v>
                  </c:pt>
                  <c:pt idx="466">
                    <c:v>467</c:v>
                  </c:pt>
                  <c:pt idx="467">
                    <c:v>468</c:v>
                  </c:pt>
                  <c:pt idx="468">
                    <c:v>469</c:v>
                  </c:pt>
                  <c:pt idx="469">
                    <c:v>470</c:v>
                  </c:pt>
                  <c:pt idx="470">
                    <c:v>471</c:v>
                  </c:pt>
                  <c:pt idx="471">
                    <c:v>472</c:v>
                  </c:pt>
                  <c:pt idx="472">
                    <c:v>473</c:v>
                  </c:pt>
                  <c:pt idx="473">
                    <c:v>474</c:v>
                  </c:pt>
                  <c:pt idx="474">
                    <c:v>475</c:v>
                  </c:pt>
                  <c:pt idx="475">
                    <c:v>476</c:v>
                  </c:pt>
                  <c:pt idx="476">
                    <c:v>477</c:v>
                  </c:pt>
                  <c:pt idx="477">
                    <c:v>478</c:v>
                  </c:pt>
                  <c:pt idx="478">
                    <c:v>479</c:v>
                  </c:pt>
                  <c:pt idx="479">
                    <c:v>480</c:v>
                  </c:pt>
                  <c:pt idx="480">
                    <c:v>481</c:v>
                  </c:pt>
                  <c:pt idx="481">
                    <c:v>482</c:v>
                  </c:pt>
                  <c:pt idx="482">
                    <c:v>483</c:v>
                  </c:pt>
                  <c:pt idx="483">
                    <c:v>484</c:v>
                  </c:pt>
                  <c:pt idx="484">
                    <c:v>485</c:v>
                  </c:pt>
                  <c:pt idx="485">
                    <c:v>486</c:v>
                  </c:pt>
                  <c:pt idx="486">
                    <c:v>487</c:v>
                  </c:pt>
                  <c:pt idx="487">
                    <c:v>488</c:v>
                  </c:pt>
                  <c:pt idx="488">
                    <c:v>489</c:v>
                  </c:pt>
                  <c:pt idx="489">
                    <c:v>490</c:v>
                  </c:pt>
                  <c:pt idx="490">
                    <c:v>491</c:v>
                  </c:pt>
                  <c:pt idx="491">
                    <c:v>492</c:v>
                  </c:pt>
                  <c:pt idx="492">
                    <c:v>493</c:v>
                  </c:pt>
                  <c:pt idx="493">
                    <c:v>494</c:v>
                  </c:pt>
                  <c:pt idx="494">
                    <c:v>495</c:v>
                  </c:pt>
                  <c:pt idx="495">
                    <c:v>496</c:v>
                  </c:pt>
                  <c:pt idx="496">
                    <c:v>497</c:v>
                  </c:pt>
                  <c:pt idx="497">
                    <c:v>498</c:v>
                  </c:pt>
                  <c:pt idx="498">
                    <c:v>499</c:v>
                  </c:pt>
                  <c:pt idx="499">
                    <c:v>500</c:v>
                  </c:pt>
                  <c:pt idx="500">
                    <c:v>501</c:v>
                  </c:pt>
                  <c:pt idx="501">
                    <c:v>502</c:v>
                  </c:pt>
                  <c:pt idx="502">
                    <c:v>503</c:v>
                  </c:pt>
                  <c:pt idx="503">
                    <c:v>504</c:v>
                  </c:pt>
                  <c:pt idx="504">
                    <c:v>505</c:v>
                  </c:pt>
                  <c:pt idx="505">
                    <c:v>506</c:v>
                  </c:pt>
                  <c:pt idx="506">
                    <c:v>507</c:v>
                  </c:pt>
                  <c:pt idx="507">
                    <c:v>508</c:v>
                  </c:pt>
                  <c:pt idx="508">
                    <c:v>509</c:v>
                  </c:pt>
                  <c:pt idx="509">
                    <c:v>510</c:v>
                  </c:pt>
                  <c:pt idx="510">
                    <c:v>511</c:v>
                  </c:pt>
                  <c:pt idx="511">
                    <c:v>512</c:v>
                  </c:pt>
                  <c:pt idx="512">
                    <c:v>513</c:v>
                  </c:pt>
                  <c:pt idx="513">
                    <c:v>514</c:v>
                  </c:pt>
                  <c:pt idx="514">
                    <c:v>515</c:v>
                  </c:pt>
                  <c:pt idx="515">
                    <c:v>516</c:v>
                  </c:pt>
                  <c:pt idx="516">
                    <c:v>517</c:v>
                  </c:pt>
                  <c:pt idx="517">
                    <c:v>518</c:v>
                  </c:pt>
                  <c:pt idx="518">
                    <c:v>519</c:v>
                  </c:pt>
                  <c:pt idx="519">
                    <c:v>520</c:v>
                  </c:pt>
                  <c:pt idx="520">
                    <c:v>521</c:v>
                  </c:pt>
                  <c:pt idx="521">
                    <c:v>522</c:v>
                  </c:pt>
                  <c:pt idx="522">
                    <c:v>523</c:v>
                  </c:pt>
                  <c:pt idx="523">
                    <c:v>524</c:v>
                  </c:pt>
                  <c:pt idx="524">
                    <c:v>525</c:v>
                  </c:pt>
                  <c:pt idx="525">
                    <c:v>526</c:v>
                  </c:pt>
                  <c:pt idx="526">
                    <c:v>527</c:v>
                  </c:pt>
                  <c:pt idx="527">
                    <c:v>528</c:v>
                  </c:pt>
                  <c:pt idx="528">
                    <c:v>529</c:v>
                  </c:pt>
                  <c:pt idx="529">
                    <c:v>530</c:v>
                  </c:pt>
                  <c:pt idx="530">
                    <c:v>531</c:v>
                  </c:pt>
                  <c:pt idx="531">
                    <c:v>532</c:v>
                  </c:pt>
                  <c:pt idx="532">
                    <c:v>533</c:v>
                  </c:pt>
                  <c:pt idx="533">
                    <c:v>534</c:v>
                  </c:pt>
                  <c:pt idx="534">
                    <c:v>535</c:v>
                  </c:pt>
                  <c:pt idx="535">
                    <c:v>536</c:v>
                  </c:pt>
                  <c:pt idx="536">
                    <c:v>537</c:v>
                  </c:pt>
                  <c:pt idx="537">
                    <c:v>538</c:v>
                  </c:pt>
                  <c:pt idx="538">
                    <c:v>539</c:v>
                  </c:pt>
                  <c:pt idx="539">
                    <c:v>540</c:v>
                  </c:pt>
                  <c:pt idx="540">
                    <c:v>541</c:v>
                  </c:pt>
                  <c:pt idx="541">
                    <c:v>542</c:v>
                  </c:pt>
                  <c:pt idx="542">
                    <c:v>543</c:v>
                  </c:pt>
                  <c:pt idx="543">
                    <c:v>544</c:v>
                  </c:pt>
                  <c:pt idx="544">
                    <c:v>545</c:v>
                  </c:pt>
                  <c:pt idx="545">
                    <c:v>546</c:v>
                  </c:pt>
                  <c:pt idx="546">
                    <c:v>547</c:v>
                  </c:pt>
                  <c:pt idx="547">
                    <c:v>548</c:v>
                  </c:pt>
                  <c:pt idx="548">
                    <c:v>549</c:v>
                  </c:pt>
                  <c:pt idx="549">
                    <c:v>550</c:v>
                  </c:pt>
                  <c:pt idx="550">
                    <c:v>551</c:v>
                  </c:pt>
                  <c:pt idx="551">
                    <c:v>552</c:v>
                  </c:pt>
                  <c:pt idx="552">
                    <c:v>553</c:v>
                  </c:pt>
                  <c:pt idx="553">
                    <c:v>554</c:v>
                  </c:pt>
                  <c:pt idx="554">
                    <c:v>555</c:v>
                  </c:pt>
                  <c:pt idx="555">
                    <c:v>556</c:v>
                  </c:pt>
                  <c:pt idx="556">
                    <c:v>557</c:v>
                  </c:pt>
                  <c:pt idx="557">
                    <c:v>558</c:v>
                  </c:pt>
                  <c:pt idx="558">
                    <c:v>559</c:v>
                  </c:pt>
                  <c:pt idx="559">
                    <c:v>560</c:v>
                  </c:pt>
                  <c:pt idx="560">
                    <c:v>561</c:v>
                  </c:pt>
                  <c:pt idx="561">
                    <c:v>562</c:v>
                  </c:pt>
                  <c:pt idx="562">
                    <c:v>563</c:v>
                  </c:pt>
                  <c:pt idx="563">
                    <c:v>564</c:v>
                  </c:pt>
                  <c:pt idx="564">
                    <c:v>565</c:v>
                  </c:pt>
                  <c:pt idx="565">
                    <c:v>566</c:v>
                  </c:pt>
                  <c:pt idx="566">
                    <c:v>567</c:v>
                  </c:pt>
                  <c:pt idx="567">
                    <c:v>568</c:v>
                  </c:pt>
                  <c:pt idx="568">
                    <c:v>569</c:v>
                  </c:pt>
                  <c:pt idx="569">
                    <c:v>570</c:v>
                  </c:pt>
                  <c:pt idx="570">
                    <c:v>571</c:v>
                  </c:pt>
                  <c:pt idx="571">
                    <c:v>572</c:v>
                  </c:pt>
                  <c:pt idx="572">
                    <c:v>573</c:v>
                  </c:pt>
                  <c:pt idx="573">
                    <c:v>574</c:v>
                  </c:pt>
                  <c:pt idx="574">
                    <c:v>575</c:v>
                  </c:pt>
                  <c:pt idx="575">
                    <c:v>576</c:v>
                  </c:pt>
                  <c:pt idx="576">
                    <c:v>577</c:v>
                  </c:pt>
                  <c:pt idx="577">
                    <c:v>578</c:v>
                  </c:pt>
                  <c:pt idx="578">
                    <c:v>579</c:v>
                  </c:pt>
                  <c:pt idx="579">
                    <c:v>580</c:v>
                  </c:pt>
                  <c:pt idx="580">
                    <c:v>581</c:v>
                  </c:pt>
                  <c:pt idx="581">
                    <c:v>582</c:v>
                  </c:pt>
                  <c:pt idx="582">
                    <c:v>583</c:v>
                  </c:pt>
                  <c:pt idx="583">
                    <c:v>584</c:v>
                  </c:pt>
                  <c:pt idx="584">
                    <c:v>585</c:v>
                  </c:pt>
                  <c:pt idx="585">
                    <c:v>586</c:v>
                  </c:pt>
                  <c:pt idx="586">
                    <c:v>587</c:v>
                  </c:pt>
                  <c:pt idx="587">
                    <c:v>588</c:v>
                  </c:pt>
                  <c:pt idx="588">
                    <c:v>589</c:v>
                  </c:pt>
                  <c:pt idx="589">
                    <c:v>590</c:v>
                  </c:pt>
                  <c:pt idx="590">
                    <c:v>591</c:v>
                  </c:pt>
                  <c:pt idx="591">
                    <c:v>592</c:v>
                  </c:pt>
                  <c:pt idx="592">
                    <c:v>593</c:v>
                  </c:pt>
                  <c:pt idx="593">
                    <c:v>594</c:v>
                  </c:pt>
                  <c:pt idx="594">
                    <c:v>595</c:v>
                  </c:pt>
                  <c:pt idx="595">
                    <c:v>596</c:v>
                  </c:pt>
                  <c:pt idx="596">
                    <c:v>597</c:v>
                  </c:pt>
                  <c:pt idx="597">
                    <c:v>598</c:v>
                  </c:pt>
                  <c:pt idx="598">
                    <c:v>599</c:v>
                  </c:pt>
                  <c:pt idx="599">
                    <c:v>600</c:v>
                  </c:pt>
                  <c:pt idx="600">
                    <c:v>601</c:v>
                  </c:pt>
                  <c:pt idx="601">
                    <c:v>602</c:v>
                  </c:pt>
                  <c:pt idx="602">
                    <c:v>603</c:v>
                  </c:pt>
                  <c:pt idx="603">
                    <c:v>604</c:v>
                  </c:pt>
                  <c:pt idx="604">
                    <c:v>605</c:v>
                  </c:pt>
                  <c:pt idx="605">
                    <c:v>606</c:v>
                  </c:pt>
                  <c:pt idx="606">
                    <c:v>607</c:v>
                  </c:pt>
                  <c:pt idx="607">
                    <c:v>608</c:v>
                  </c:pt>
                  <c:pt idx="608">
                    <c:v>609</c:v>
                  </c:pt>
                  <c:pt idx="609">
                    <c:v>610</c:v>
                  </c:pt>
                  <c:pt idx="610">
                    <c:v>611</c:v>
                  </c:pt>
                  <c:pt idx="611">
                    <c:v>612</c:v>
                  </c:pt>
                  <c:pt idx="612">
                    <c:v>613</c:v>
                  </c:pt>
                  <c:pt idx="613">
                    <c:v>614</c:v>
                  </c:pt>
                  <c:pt idx="614">
                    <c:v>615</c:v>
                  </c:pt>
                  <c:pt idx="615">
                    <c:v>616</c:v>
                  </c:pt>
                  <c:pt idx="616">
                    <c:v>617</c:v>
                  </c:pt>
                  <c:pt idx="617">
                    <c:v>618</c:v>
                  </c:pt>
                  <c:pt idx="618">
                    <c:v>619</c:v>
                  </c:pt>
                  <c:pt idx="619">
                    <c:v>620</c:v>
                  </c:pt>
                  <c:pt idx="620">
                    <c:v>621</c:v>
                  </c:pt>
                  <c:pt idx="621">
                    <c:v>622</c:v>
                  </c:pt>
                  <c:pt idx="622">
                    <c:v>623</c:v>
                  </c:pt>
                  <c:pt idx="623">
                    <c:v>624</c:v>
                  </c:pt>
                  <c:pt idx="624">
                    <c:v>625</c:v>
                  </c:pt>
                  <c:pt idx="625">
                    <c:v>626</c:v>
                  </c:pt>
                  <c:pt idx="626">
                    <c:v>627</c:v>
                  </c:pt>
                  <c:pt idx="627">
                    <c:v>628</c:v>
                  </c:pt>
                  <c:pt idx="628">
                    <c:v>629</c:v>
                  </c:pt>
                  <c:pt idx="629">
                    <c:v>630</c:v>
                  </c:pt>
                  <c:pt idx="630">
                    <c:v>631</c:v>
                  </c:pt>
                  <c:pt idx="631">
                    <c:v>632</c:v>
                  </c:pt>
                  <c:pt idx="632">
                    <c:v>633</c:v>
                  </c:pt>
                  <c:pt idx="633">
                    <c:v>634</c:v>
                  </c:pt>
                  <c:pt idx="634">
                    <c:v>635</c:v>
                  </c:pt>
                  <c:pt idx="635">
                    <c:v>636</c:v>
                  </c:pt>
                  <c:pt idx="636">
                    <c:v>637</c:v>
                  </c:pt>
                  <c:pt idx="637">
                    <c:v>638</c:v>
                  </c:pt>
                  <c:pt idx="638">
                    <c:v>639</c:v>
                  </c:pt>
                  <c:pt idx="639">
                    <c:v>640</c:v>
                  </c:pt>
                  <c:pt idx="640">
                    <c:v>641</c:v>
                  </c:pt>
                  <c:pt idx="641">
                    <c:v>642</c:v>
                  </c:pt>
                  <c:pt idx="642">
                    <c:v>643</c:v>
                  </c:pt>
                  <c:pt idx="643">
                    <c:v>644</c:v>
                  </c:pt>
                  <c:pt idx="644">
                    <c:v>645</c:v>
                  </c:pt>
                  <c:pt idx="645">
                    <c:v>646</c:v>
                  </c:pt>
                  <c:pt idx="646">
                    <c:v>647</c:v>
                  </c:pt>
                  <c:pt idx="647">
                    <c:v>648</c:v>
                  </c:pt>
                  <c:pt idx="648">
                    <c:v>649</c:v>
                  </c:pt>
                  <c:pt idx="649">
                    <c:v>650</c:v>
                  </c:pt>
                  <c:pt idx="650">
                    <c:v>651</c:v>
                  </c:pt>
                  <c:pt idx="651">
                    <c:v>652</c:v>
                  </c:pt>
                  <c:pt idx="652">
                    <c:v>653</c:v>
                  </c:pt>
                  <c:pt idx="653">
                    <c:v>654</c:v>
                  </c:pt>
                  <c:pt idx="654">
                    <c:v>655</c:v>
                  </c:pt>
                  <c:pt idx="655">
                    <c:v>656</c:v>
                  </c:pt>
                  <c:pt idx="656">
                    <c:v>657</c:v>
                  </c:pt>
                  <c:pt idx="657">
                    <c:v>658</c:v>
                  </c:pt>
                  <c:pt idx="658">
                    <c:v>659</c:v>
                  </c:pt>
                  <c:pt idx="659">
                    <c:v>660</c:v>
                  </c:pt>
                  <c:pt idx="660">
                    <c:v>661</c:v>
                  </c:pt>
                  <c:pt idx="661">
                    <c:v>662</c:v>
                  </c:pt>
                  <c:pt idx="662">
                    <c:v>663</c:v>
                  </c:pt>
                  <c:pt idx="663">
                    <c:v>664</c:v>
                  </c:pt>
                  <c:pt idx="664">
                    <c:v>665</c:v>
                  </c:pt>
                  <c:pt idx="665">
                    <c:v>666</c:v>
                  </c:pt>
                  <c:pt idx="666">
                    <c:v>667</c:v>
                  </c:pt>
                  <c:pt idx="667">
                    <c:v>668</c:v>
                  </c:pt>
                  <c:pt idx="668">
                    <c:v>669</c:v>
                  </c:pt>
                  <c:pt idx="669">
                    <c:v>670</c:v>
                  </c:pt>
                  <c:pt idx="670">
                    <c:v>671</c:v>
                  </c:pt>
                  <c:pt idx="671">
                    <c:v>672</c:v>
                  </c:pt>
                  <c:pt idx="672">
                    <c:v>673</c:v>
                  </c:pt>
                  <c:pt idx="673">
                    <c:v>674</c:v>
                  </c:pt>
                  <c:pt idx="674">
                    <c:v>675</c:v>
                  </c:pt>
                  <c:pt idx="675">
                    <c:v>676</c:v>
                  </c:pt>
                  <c:pt idx="676">
                    <c:v>677</c:v>
                  </c:pt>
                  <c:pt idx="677">
                    <c:v>678</c:v>
                  </c:pt>
                  <c:pt idx="678">
                    <c:v>679</c:v>
                  </c:pt>
                  <c:pt idx="679">
                    <c:v>680</c:v>
                  </c:pt>
                  <c:pt idx="680">
                    <c:v>681</c:v>
                  </c:pt>
                  <c:pt idx="681">
                    <c:v>682</c:v>
                  </c:pt>
                  <c:pt idx="682">
                    <c:v>683</c:v>
                  </c:pt>
                  <c:pt idx="683">
                    <c:v>684</c:v>
                  </c:pt>
                  <c:pt idx="684">
                    <c:v>685</c:v>
                  </c:pt>
                  <c:pt idx="685">
                    <c:v>686</c:v>
                  </c:pt>
                  <c:pt idx="686">
                    <c:v>687</c:v>
                  </c:pt>
                  <c:pt idx="687">
                    <c:v>688</c:v>
                  </c:pt>
                  <c:pt idx="688">
                    <c:v>689</c:v>
                  </c:pt>
                  <c:pt idx="689">
                    <c:v>690</c:v>
                  </c:pt>
                  <c:pt idx="690">
                    <c:v>691</c:v>
                  </c:pt>
                  <c:pt idx="691">
                    <c:v>692</c:v>
                  </c:pt>
                  <c:pt idx="692">
                    <c:v>693</c:v>
                  </c:pt>
                  <c:pt idx="693">
                    <c:v>694</c:v>
                  </c:pt>
                  <c:pt idx="694">
                    <c:v>695</c:v>
                  </c:pt>
                  <c:pt idx="695">
                    <c:v>696</c:v>
                  </c:pt>
                  <c:pt idx="696">
                    <c:v>697</c:v>
                  </c:pt>
                  <c:pt idx="697">
                    <c:v>698</c:v>
                  </c:pt>
                  <c:pt idx="698">
                    <c:v>699</c:v>
                  </c:pt>
                  <c:pt idx="699">
                    <c:v>700</c:v>
                  </c:pt>
                  <c:pt idx="700">
                    <c:v>701</c:v>
                  </c:pt>
                  <c:pt idx="701">
                    <c:v>702</c:v>
                  </c:pt>
                  <c:pt idx="702">
                    <c:v>703</c:v>
                  </c:pt>
                  <c:pt idx="703">
                    <c:v>704</c:v>
                  </c:pt>
                  <c:pt idx="704">
                    <c:v>705</c:v>
                  </c:pt>
                  <c:pt idx="705">
                    <c:v>706</c:v>
                  </c:pt>
                  <c:pt idx="706">
                    <c:v>707</c:v>
                  </c:pt>
                  <c:pt idx="707">
                    <c:v>708</c:v>
                  </c:pt>
                  <c:pt idx="708">
                    <c:v>709</c:v>
                  </c:pt>
                  <c:pt idx="709">
                    <c:v>710</c:v>
                  </c:pt>
                  <c:pt idx="710">
                    <c:v>711</c:v>
                  </c:pt>
                  <c:pt idx="711">
                    <c:v>712</c:v>
                  </c:pt>
                  <c:pt idx="712">
                    <c:v>713</c:v>
                  </c:pt>
                  <c:pt idx="713">
                    <c:v>714</c:v>
                  </c:pt>
                  <c:pt idx="714">
                    <c:v>715</c:v>
                  </c:pt>
                  <c:pt idx="715">
                    <c:v>716</c:v>
                  </c:pt>
                  <c:pt idx="716">
                    <c:v>717</c:v>
                  </c:pt>
                  <c:pt idx="717">
                    <c:v>718</c:v>
                  </c:pt>
                  <c:pt idx="718">
                    <c:v>719</c:v>
                  </c:pt>
                  <c:pt idx="719">
                    <c:v>720</c:v>
                  </c:pt>
                  <c:pt idx="720">
                    <c:v>721</c:v>
                  </c:pt>
                  <c:pt idx="721">
                    <c:v>722</c:v>
                  </c:pt>
                  <c:pt idx="722">
                    <c:v>723</c:v>
                  </c:pt>
                  <c:pt idx="723">
                    <c:v>724</c:v>
                  </c:pt>
                  <c:pt idx="724">
                    <c:v>725</c:v>
                  </c:pt>
                  <c:pt idx="725">
                    <c:v>726</c:v>
                  </c:pt>
                  <c:pt idx="726">
                    <c:v>727</c:v>
                  </c:pt>
                  <c:pt idx="727">
                    <c:v>728</c:v>
                  </c:pt>
                  <c:pt idx="728">
                    <c:v>729</c:v>
                  </c:pt>
                  <c:pt idx="729">
                    <c:v>730</c:v>
                  </c:pt>
                  <c:pt idx="730">
                    <c:v>731</c:v>
                  </c:pt>
                  <c:pt idx="731">
                    <c:v>732</c:v>
                  </c:pt>
                  <c:pt idx="732">
                    <c:v>733</c:v>
                  </c:pt>
                  <c:pt idx="733">
                    <c:v>734</c:v>
                  </c:pt>
                  <c:pt idx="734">
                    <c:v>735</c:v>
                  </c:pt>
                  <c:pt idx="735">
                    <c:v>736</c:v>
                  </c:pt>
                  <c:pt idx="736">
                    <c:v>737</c:v>
                  </c:pt>
                  <c:pt idx="737">
                    <c:v>738</c:v>
                  </c:pt>
                  <c:pt idx="738">
                    <c:v>739</c:v>
                  </c:pt>
                  <c:pt idx="739">
                    <c:v>740</c:v>
                  </c:pt>
                  <c:pt idx="740">
                    <c:v>741</c:v>
                  </c:pt>
                  <c:pt idx="741">
                    <c:v>742</c:v>
                  </c:pt>
                  <c:pt idx="742">
                    <c:v>743</c:v>
                  </c:pt>
                  <c:pt idx="743">
                    <c:v>744</c:v>
                  </c:pt>
                  <c:pt idx="744">
                    <c:v>745</c:v>
                  </c:pt>
                  <c:pt idx="745">
                    <c:v>746</c:v>
                  </c:pt>
                  <c:pt idx="746">
                    <c:v>747</c:v>
                  </c:pt>
                  <c:pt idx="747">
                    <c:v>748</c:v>
                  </c:pt>
                  <c:pt idx="748">
                    <c:v>749</c:v>
                  </c:pt>
                  <c:pt idx="749">
                    <c:v>750</c:v>
                  </c:pt>
                  <c:pt idx="750">
                    <c:v>751</c:v>
                  </c:pt>
                  <c:pt idx="751">
                    <c:v>752</c:v>
                  </c:pt>
                  <c:pt idx="752">
                    <c:v>753</c:v>
                  </c:pt>
                  <c:pt idx="753">
                    <c:v>754</c:v>
                  </c:pt>
                  <c:pt idx="754">
                    <c:v>755</c:v>
                  </c:pt>
                  <c:pt idx="755">
                    <c:v>756</c:v>
                  </c:pt>
                  <c:pt idx="756">
                    <c:v>757</c:v>
                  </c:pt>
                  <c:pt idx="757">
                    <c:v>758</c:v>
                  </c:pt>
                  <c:pt idx="758">
                    <c:v>759</c:v>
                  </c:pt>
                  <c:pt idx="759">
                    <c:v>760</c:v>
                  </c:pt>
                  <c:pt idx="760">
                    <c:v>761</c:v>
                  </c:pt>
                  <c:pt idx="761">
                    <c:v>762</c:v>
                  </c:pt>
                  <c:pt idx="762">
                    <c:v>763</c:v>
                  </c:pt>
                  <c:pt idx="763">
                    <c:v>764</c:v>
                  </c:pt>
                  <c:pt idx="764">
                    <c:v>765</c:v>
                  </c:pt>
                  <c:pt idx="765">
                    <c:v>766</c:v>
                  </c:pt>
                  <c:pt idx="766">
                    <c:v>767</c:v>
                  </c:pt>
                  <c:pt idx="767">
                    <c:v>768</c:v>
                  </c:pt>
                  <c:pt idx="768">
                    <c:v>769</c:v>
                  </c:pt>
                  <c:pt idx="769">
                    <c:v>770</c:v>
                  </c:pt>
                  <c:pt idx="770">
                    <c:v>771</c:v>
                  </c:pt>
                  <c:pt idx="771">
                    <c:v>772</c:v>
                  </c:pt>
                  <c:pt idx="772">
                    <c:v>773</c:v>
                  </c:pt>
                  <c:pt idx="773">
                    <c:v>774</c:v>
                  </c:pt>
                  <c:pt idx="774">
                    <c:v>775</c:v>
                  </c:pt>
                  <c:pt idx="775">
                    <c:v>776</c:v>
                  </c:pt>
                  <c:pt idx="776">
                    <c:v>777</c:v>
                  </c:pt>
                  <c:pt idx="777">
                    <c:v>778</c:v>
                  </c:pt>
                  <c:pt idx="778">
                    <c:v>779</c:v>
                  </c:pt>
                  <c:pt idx="779">
                    <c:v>780</c:v>
                  </c:pt>
                  <c:pt idx="780">
                    <c:v>781</c:v>
                  </c:pt>
                  <c:pt idx="781">
                    <c:v>782</c:v>
                  </c:pt>
                  <c:pt idx="782">
                    <c:v>783</c:v>
                  </c:pt>
                  <c:pt idx="783">
                    <c:v>784</c:v>
                  </c:pt>
                  <c:pt idx="784">
                    <c:v>785</c:v>
                  </c:pt>
                  <c:pt idx="785">
                    <c:v>786</c:v>
                  </c:pt>
                  <c:pt idx="786">
                    <c:v>787</c:v>
                  </c:pt>
                  <c:pt idx="787">
                    <c:v>788</c:v>
                  </c:pt>
                  <c:pt idx="788">
                    <c:v>789</c:v>
                  </c:pt>
                  <c:pt idx="789">
                    <c:v>790</c:v>
                  </c:pt>
                  <c:pt idx="790">
                    <c:v>791</c:v>
                  </c:pt>
                  <c:pt idx="791">
                    <c:v>792</c:v>
                  </c:pt>
                  <c:pt idx="792">
                    <c:v>793</c:v>
                  </c:pt>
                  <c:pt idx="793">
                    <c:v>794</c:v>
                  </c:pt>
                  <c:pt idx="794">
                    <c:v>795</c:v>
                  </c:pt>
                  <c:pt idx="795">
                    <c:v>796</c:v>
                  </c:pt>
                  <c:pt idx="796">
                    <c:v>797</c:v>
                  </c:pt>
                  <c:pt idx="797">
                    <c:v>798</c:v>
                  </c:pt>
                  <c:pt idx="798">
                    <c:v>799</c:v>
                  </c:pt>
                  <c:pt idx="799">
                    <c:v>800</c:v>
                  </c:pt>
                  <c:pt idx="800">
                    <c:v>801</c:v>
                  </c:pt>
                  <c:pt idx="801">
                    <c:v>802</c:v>
                  </c:pt>
                  <c:pt idx="802">
                    <c:v>803</c:v>
                  </c:pt>
                  <c:pt idx="803">
                    <c:v>804</c:v>
                  </c:pt>
                  <c:pt idx="804">
                    <c:v>805</c:v>
                  </c:pt>
                  <c:pt idx="805">
                    <c:v>806</c:v>
                  </c:pt>
                  <c:pt idx="806">
                    <c:v>807</c:v>
                  </c:pt>
                  <c:pt idx="807">
                    <c:v>808</c:v>
                  </c:pt>
                  <c:pt idx="808">
                    <c:v>809</c:v>
                  </c:pt>
                  <c:pt idx="809">
                    <c:v>810</c:v>
                  </c:pt>
                  <c:pt idx="810">
                    <c:v>811</c:v>
                  </c:pt>
                  <c:pt idx="811">
                    <c:v>812</c:v>
                  </c:pt>
                  <c:pt idx="812">
                    <c:v>813</c:v>
                  </c:pt>
                  <c:pt idx="813">
                    <c:v>814</c:v>
                  </c:pt>
                  <c:pt idx="814">
                    <c:v>815</c:v>
                  </c:pt>
                  <c:pt idx="815">
                    <c:v>816</c:v>
                  </c:pt>
                  <c:pt idx="816">
                    <c:v>817</c:v>
                  </c:pt>
                  <c:pt idx="817">
                    <c:v>818</c:v>
                  </c:pt>
                  <c:pt idx="818">
                    <c:v>819</c:v>
                  </c:pt>
                  <c:pt idx="819">
                    <c:v>820</c:v>
                  </c:pt>
                  <c:pt idx="820">
                    <c:v>821</c:v>
                  </c:pt>
                  <c:pt idx="821">
                    <c:v>822</c:v>
                  </c:pt>
                  <c:pt idx="822">
                    <c:v>823</c:v>
                  </c:pt>
                  <c:pt idx="823">
                    <c:v>824</c:v>
                  </c:pt>
                  <c:pt idx="824">
                    <c:v>825</c:v>
                  </c:pt>
                  <c:pt idx="825">
                    <c:v>826</c:v>
                  </c:pt>
                  <c:pt idx="826">
                    <c:v>827</c:v>
                  </c:pt>
                  <c:pt idx="827">
                    <c:v>828</c:v>
                  </c:pt>
                  <c:pt idx="828">
                    <c:v>829</c:v>
                  </c:pt>
                  <c:pt idx="829">
                    <c:v>830</c:v>
                  </c:pt>
                  <c:pt idx="830">
                    <c:v>831</c:v>
                  </c:pt>
                  <c:pt idx="831">
                    <c:v>832</c:v>
                  </c:pt>
                  <c:pt idx="832">
                    <c:v>833</c:v>
                  </c:pt>
                  <c:pt idx="833">
                    <c:v>834</c:v>
                  </c:pt>
                  <c:pt idx="834">
                    <c:v>835</c:v>
                  </c:pt>
                  <c:pt idx="835">
                    <c:v>836</c:v>
                  </c:pt>
                  <c:pt idx="836">
                    <c:v>837</c:v>
                  </c:pt>
                  <c:pt idx="837">
                    <c:v>838</c:v>
                  </c:pt>
                  <c:pt idx="838">
                    <c:v>839</c:v>
                  </c:pt>
                  <c:pt idx="839">
                    <c:v>840</c:v>
                  </c:pt>
                  <c:pt idx="840">
                    <c:v>841</c:v>
                  </c:pt>
                  <c:pt idx="841">
                    <c:v>842</c:v>
                  </c:pt>
                  <c:pt idx="842">
                    <c:v>843</c:v>
                  </c:pt>
                  <c:pt idx="843">
                    <c:v>844</c:v>
                  </c:pt>
                  <c:pt idx="844">
                    <c:v>845</c:v>
                  </c:pt>
                  <c:pt idx="845">
                    <c:v>846</c:v>
                  </c:pt>
                  <c:pt idx="846">
                    <c:v>847</c:v>
                  </c:pt>
                  <c:pt idx="847">
                    <c:v>848</c:v>
                  </c:pt>
                  <c:pt idx="848">
                    <c:v>849</c:v>
                  </c:pt>
                  <c:pt idx="849">
                    <c:v>850</c:v>
                  </c:pt>
                  <c:pt idx="850">
                    <c:v>851</c:v>
                  </c:pt>
                  <c:pt idx="851">
                    <c:v>852</c:v>
                  </c:pt>
                  <c:pt idx="852">
                    <c:v>853</c:v>
                  </c:pt>
                  <c:pt idx="853">
                    <c:v>854</c:v>
                  </c:pt>
                  <c:pt idx="854">
                    <c:v>855</c:v>
                  </c:pt>
                  <c:pt idx="855">
                    <c:v>856</c:v>
                  </c:pt>
                  <c:pt idx="856">
                    <c:v>857</c:v>
                  </c:pt>
                  <c:pt idx="857">
                    <c:v>858</c:v>
                  </c:pt>
                  <c:pt idx="858">
                    <c:v>859</c:v>
                  </c:pt>
                  <c:pt idx="859">
                    <c:v>860</c:v>
                  </c:pt>
                  <c:pt idx="860">
                    <c:v>861</c:v>
                  </c:pt>
                  <c:pt idx="861">
                    <c:v>862</c:v>
                  </c:pt>
                  <c:pt idx="862">
                    <c:v>863</c:v>
                  </c:pt>
                  <c:pt idx="863">
                    <c:v>864</c:v>
                  </c:pt>
                  <c:pt idx="864">
                    <c:v>865</c:v>
                  </c:pt>
                  <c:pt idx="865">
                    <c:v>866</c:v>
                  </c:pt>
                  <c:pt idx="866">
                    <c:v>867</c:v>
                  </c:pt>
                  <c:pt idx="867">
                    <c:v>868</c:v>
                  </c:pt>
                  <c:pt idx="868">
                    <c:v>869</c:v>
                  </c:pt>
                  <c:pt idx="869">
                    <c:v>870</c:v>
                  </c:pt>
                  <c:pt idx="870">
                    <c:v>871</c:v>
                  </c:pt>
                  <c:pt idx="871">
                    <c:v>872</c:v>
                  </c:pt>
                  <c:pt idx="872">
                    <c:v>873</c:v>
                  </c:pt>
                  <c:pt idx="873">
                    <c:v>874</c:v>
                  </c:pt>
                  <c:pt idx="874">
                    <c:v>875</c:v>
                  </c:pt>
                  <c:pt idx="875">
                    <c:v>876</c:v>
                  </c:pt>
                  <c:pt idx="876">
                    <c:v>877</c:v>
                  </c:pt>
                  <c:pt idx="877">
                    <c:v>878</c:v>
                  </c:pt>
                  <c:pt idx="878">
                    <c:v>879</c:v>
                  </c:pt>
                  <c:pt idx="879">
                    <c:v>880</c:v>
                  </c:pt>
                  <c:pt idx="880">
                    <c:v>881</c:v>
                  </c:pt>
                  <c:pt idx="881">
                    <c:v>882</c:v>
                  </c:pt>
                  <c:pt idx="882">
                    <c:v>883</c:v>
                  </c:pt>
                  <c:pt idx="883">
                    <c:v>884</c:v>
                  </c:pt>
                  <c:pt idx="884">
                    <c:v>885</c:v>
                  </c:pt>
                  <c:pt idx="885">
                    <c:v>886</c:v>
                  </c:pt>
                  <c:pt idx="886">
                    <c:v>887</c:v>
                  </c:pt>
                  <c:pt idx="887">
                    <c:v>888</c:v>
                  </c:pt>
                  <c:pt idx="888">
                    <c:v>889</c:v>
                  </c:pt>
                  <c:pt idx="889">
                    <c:v>890</c:v>
                  </c:pt>
                  <c:pt idx="890">
                    <c:v>891</c:v>
                  </c:pt>
                  <c:pt idx="891">
                    <c:v>892</c:v>
                  </c:pt>
                  <c:pt idx="892">
                    <c:v>893</c:v>
                  </c:pt>
                  <c:pt idx="893">
                    <c:v>894</c:v>
                  </c:pt>
                  <c:pt idx="894">
                    <c:v>895</c:v>
                  </c:pt>
                  <c:pt idx="895">
                    <c:v>896</c:v>
                  </c:pt>
                  <c:pt idx="896">
                    <c:v>897</c:v>
                  </c:pt>
                  <c:pt idx="897">
                    <c:v>898</c:v>
                  </c:pt>
                  <c:pt idx="898">
                    <c:v>899</c:v>
                  </c:pt>
                  <c:pt idx="899">
                    <c:v>900</c:v>
                  </c:pt>
                  <c:pt idx="900">
                    <c:v>901</c:v>
                  </c:pt>
                  <c:pt idx="901">
                    <c:v>902</c:v>
                  </c:pt>
                  <c:pt idx="902">
                    <c:v>903</c:v>
                  </c:pt>
                  <c:pt idx="903">
                    <c:v>904</c:v>
                  </c:pt>
                  <c:pt idx="904">
                    <c:v>905</c:v>
                  </c:pt>
                  <c:pt idx="905">
                    <c:v>906</c:v>
                  </c:pt>
                  <c:pt idx="906">
                    <c:v>907</c:v>
                  </c:pt>
                  <c:pt idx="907">
                    <c:v>908</c:v>
                  </c:pt>
                  <c:pt idx="908">
                    <c:v>909</c:v>
                  </c:pt>
                  <c:pt idx="909">
                    <c:v>910</c:v>
                  </c:pt>
                  <c:pt idx="910">
                    <c:v>911</c:v>
                  </c:pt>
                  <c:pt idx="911">
                    <c:v>912</c:v>
                  </c:pt>
                  <c:pt idx="912">
                    <c:v>913</c:v>
                  </c:pt>
                  <c:pt idx="913">
                    <c:v>914</c:v>
                  </c:pt>
                  <c:pt idx="914">
                    <c:v>915</c:v>
                  </c:pt>
                  <c:pt idx="915">
                    <c:v>916</c:v>
                  </c:pt>
                  <c:pt idx="916">
                    <c:v>917</c:v>
                  </c:pt>
                  <c:pt idx="917">
                    <c:v>918</c:v>
                  </c:pt>
                  <c:pt idx="918">
                    <c:v>919</c:v>
                  </c:pt>
                  <c:pt idx="919">
                    <c:v>920</c:v>
                  </c:pt>
                  <c:pt idx="920">
                    <c:v>921</c:v>
                  </c:pt>
                  <c:pt idx="921">
                    <c:v>922</c:v>
                  </c:pt>
                  <c:pt idx="922">
                    <c:v>923</c:v>
                  </c:pt>
                  <c:pt idx="923">
                    <c:v>924</c:v>
                  </c:pt>
                  <c:pt idx="924">
                    <c:v>925</c:v>
                  </c:pt>
                  <c:pt idx="925">
                    <c:v>926</c:v>
                  </c:pt>
                  <c:pt idx="926">
                    <c:v>927</c:v>
                  </c:pt>
                  <c:pt idx="927">
                    <c:v>928</c:v>
                  </c:pt>
                  <c:pt idx="928">
                    <c:v>929</c:v>
                  </c:pt>
                  <c:pt idx="929">
                    <c:v>930</c:v>
                  </c:pt>
                  <c:pt idx="930">
                    <c:v>931</c:v>
                  </c:pt>
                  <c:pt idx="931">
                    <c:v>932</c:v>
                  </c:pt>
                  <c:pt idx="932">
                    <c:v>933</c:v>
                  </c:pt>
                  <c:pt idx="933">
                    <c:v>934</c:v>
                  </c:pt>
                  <c:pt idx="934">
                    <c:v>935</c:v>
                  </c:pt>
                  <c:pt idx="935">
                    <c:v>936</c:v>
                  </c:pt>
                  <c:pt idx="936">
                    <c:v>937</c:v>
                  </c:pt>
                  <c:pt idx="937">
                    <c:v>938</c:v>
                  </c:pt>
                  <c:pt idx="938">
                    <c:v>939</c:v>
                  </c:pt>
                  <c:pt idx="939">
                    <c:v>940</c:v>
                  </c:pt>
                  <c:pt idx="940">
                    <c:v>941</c:v>
                  </c:pt>
                  <c:pt idx="941">
                    <c:v>942</c:v>
                  </c:pt>
                  <c:pt idx="942">
                    <c:v>943</c:v>
                  </c:pt>
                  <c:pt idx="943">
                    <c:v>944</c:v>
                  </c:pt>
                  <c:pt idx="944">
                    <c:v>945</c:v>
                  </c:pt>
                  <c:pt idx="945">
                    <c:v>946</c:v>
                  </c:pt>
                  <c:pt idx="946">
                    <c:v>947</c:v>
                  </c:pt>
                  <c:pt idx="947">
                    <c:v>948</c:v>
                  </c:pt>
                  <c:pt idx="948">
                    <c:v>949</c:v>
                  </c:pt>
                  <c:pt idx="949">
                    <c:v>950</c:v>
                  </c:pt>
                  <c:pt idx="950">
                    <c:v>951</c:v>
                  </c:pt>
                  <c:pt idx="951">
                    <c:v>952</c:v>
                  </c:pt>
                  <c:pt idx="952">
                    <c:v>953</c:v>
                  </c:pt>
                  <c:pt idx="953">
                    <c:v>954</c:v>
                  </c:pt>
                  <c:pt idx="954">
                    <c:v>955</c:v>
                  </c:pt>
                  <c:pt idx="955">
                    <c:v>956</c:v>
                  </c:pt>
                  <c:pt idx="956">
                    <c:v>957</c:v>
                  </c:pt>
                  <c:pt idx="957">
                    <c:v>958</c:v>
                  </c:pt>
                  <c:pt idx="958">
                    <c:v>959</c:v>
                  </c:pt>
                  <c:pt idx="959">
                    <c:v>960</c:v>
                  </c:pt>
                  <c:pt idx="960">
                    <c:v>961</c:v>
                  </c:pt>
                  <c:pt idx="961">
                    <c:v>962</c:v>
                  </c:pt>
                  <c:pt idx="962">
                    <c:v>963</c:v>
                  </c:pt>
                  <c:pt idx="963">
                    <c:v>964</c:v>
                  </c:pt>
                  <c:pt idx="964">
                    <c:v>965</c:v>
                  </c:pt>
                  <c:pt idx="965">
                    <c:v>966</c:v>
                  </c:pt>
                  <c:pt idx="966">
                    <c:v>967</c:v>
                  </c:pt>
                  <c:pt idx="967">
                    <c:v>968</c:v>
                  </c:pt>
                  <c:pt idx="968">
                    <c:v>969</c:v>
                  </c:pt>
                  <c:pt idx="969">
                    <c:v>970</c:v>
                  </c:pt>
                  <c:pt idx="970">
                    <c:v>971</c:v>
                  </c:pt>
                  <c:pt idx="971">
                    <c:v>972</c:v>
                  </c:pt>
                  <c:pt idx="972">
                    <c:v>973</c:v>
                  </c:pt>
                  <c:pt idx="973">
                    <c:v>974</c:v>
                  </c:pt>
                  <c:pt idx="974">
                    <c:v>975</c:v>
                  </c:pt>
                  <c:pt idx="975">
                    <c:v>976</c:v>
                  </c:pt>
                  <c:pt idx="976">
                    <c:v>977</c:v>
                  </c:pt>
                  <c:pt idx="977">
                    <c:v>978</c:v>
                  </c:pt>
                  <c:pt idx="978">
                    <c:v>979</c:v>
                  </c:pt>
                  <c:pt idx="979">
                    <c:v>980</c:v>
                  </c:pt>
                  <c:pt idx="980">
                    <c:v>981</c:v>
                  </c:pt>
                  <c:pt idx="981">
                    <c:v>982</c:v>
                  </c:pt>
                  <c:pt idx="982">
                    <c:v>983</c:v>
                  </c:pt>
                  <c:pt idx="983">
                    <c:v>984</c:v>
                  </c:pt>
                  <c:pt idx="984">
                    <c:v>985</c:v>
                  </c:pt>
                  <c:pt idx="985">
                    <c:v>986</c:v>
                  </c:pt>
                  <c:pt idx="986">
                    <c:v>987</c:v>
                  </c:pt>
                  <c:pt idx="987">
                    <c:v>988</c:v>
                  </c:pt>
                  <c:pt idx="988">
                    <c:v>989</c:v>
                  </c:pt>
                  <c:pt idx="989">
                    <c:v>990</c:v>
                  </c:pt>
                  <c:pt idx="990">
                    <c:v>991</c:v>
                  </c:pt>
                  <c:pt idx="991">
                    <c:v>992</c:v>
                  </c:pt>
                  <c:pt idx="992">
                    <c:v>993</c:v>
                  </c:pt>
                  <c:pt idx="993">
                    <c:v>994</c:v>
                  </c:pt>
                  <c:pt idx="994">
                    <c:v>995</c:v>
                  </c:pt>
                  <c:pt idx="995">
                    <c:v>996</c:v>
                  </c:pt>
                  <c:pt idx="996">
                    <c:v>997</c:v>
                  </c:pt>
                  <c:pt idx="997">
                    <c:v>998</c:v>
                  </c:pt>
                  <c:pt idx="998">
                    <c:v>999</c:v>
                  </c:pt>
                  <c:pt idx="999">
                    <c:v>1000</c:v>
                  </c:pt>
                </c:lvl>
              </c:multiLvlStrCache>
            </c:multiLvlStrRef>
          </c:cat>
          <c:val>
            <c:numRef>
              <c:f>Sheet1!$C$2:$C$1001</c:f>
              <c:numCache>
                <c:formatCode>General</c:formatCode>
                <c:ptCount val="1000"/>
                <c:pt idx="0">
                  <c:v>1.312927484512329</c:v>
                </c:pt>
                <c:pt idx="1">
                  <c:v>1.4055230617523193</c:v>
                </c:pt>
                <c:pt idx="2">
                  <c:v>1.4383798837661743</c:v>
                </c:pt>
                <c:pt idx="3">
                  <c:v>1.3123040199279785</c:v>
                </c:pt>
                <c:pt idx="4">
                  <c:v>1.3553388118743896</c:v>
                </c:pt>
                <c:pt idx="5">
                  <c:v>1.4035561084747314</c:v>
                </c:pt>
                <c:pt idx="6">
                  <c:v>1.3783947229385376</c:v>
                </c:pt>
                <c:pt idx="7">
                  <c:v>1.4226173162460327</c:v>
                </c:pt>
                <c:pt idx="8">
                  <c:v>1.352996587753296</c:v>
                </c:pt>
                <c:pt idx="9">
                  <c:v>1.241454839706421</c:v>
                </c:pt>
                <c:pt idx="10">
                  <c:v>1.3687779903411865</c:v>
                </c:pt>
                <c:pt idx="11">
                  <c:v>1.3377803564071655</c:v>
                </c:pt>
                <c:pt idx="12">
                  <c:v>1.424870252609253</c:v>
                </c:pt>
                <c:pt idx="13">
                  <c:v>1.2820451259613037</c:v>
                </c:pt>
                <c:pt idx="14">
                  <c:v>1.321133017539978</c:v>
                </c:pt>
                <c:pt idx="15">
                  <c:v>1.2383172512054443</c:v>
                </c:pt>
                <c:pt idx="16">
                  <c:v>1.2572171688079834</c:v>
                </c:pt>
                <c:pt idx="17">
                  <c:v>1.2912994623184204</c:v>
                </c:pt>
                <c:pt idx="18">
                  <c:v>1.254334807395935</c:v>
                </c:pt>
                <c:pt idx="19">
                  <c:v>1.245379090309143</c:v>
                </c:pt>
                <c:pt idx="20">
                  <c:v>1.267396330833435</c:v>
                </c:pt>
                <c:pt idx="21">
                  <c:v>1.2228217124938965</c:v>
                </c:pt>
                <c:pt idx="22">
                  <c:v>1.278846025466919</c:v>
                </c:pt>
                <c:pt idx="23">
                  <c:v>1.1979668140411377</c:v>
                </c:pt>
                <c:pt idx="24">
                  <c:v>1.2151827812194824</c:v>
                </c:pt>
                <c:pt idx="25">
                  <c:v>1.2025269269943237</c:v>
                </c:pt>
                <c:pt idx="26">
                  <c:v>1.0934576988220215</c:v>
                </c:pt>
                <c:pt idx="27">
                  <c:v>1.2737281322479248</c:v>
                </c:pt>
                <c:pt idx="28">
                  <c:v>1.1828382015228271</c:v>
                </c:pt>
                <c:pt idx="29">
                  <c:v>1.2011713981628418</c:v>
                </c:pt>
                <c:pt idx="30">
                  <c:v>1.1401793956756592</c:v>
                </c:pt>
                <c:pt idx="31">
                  <c:v>1.1300932168960571</c:v>
                </c:pt>
                <c:pt idx="32">
                  <c:v>1.227293848991394</c:v>
                </c:pt>
                <c:pt idx="33">
                  <c:v>1.1804614067077637</c:v>
                </c:pt>
                <c:pt idx="34">
                  <c:v>1.1905903816223145</c:v>
                </c:pt>
                <c:pt idx="35">
                  <c:v>1.2256393432617188</c:v>
                </c:pt>
                <c:pt idx="36">
                  <c:v>1.053795576095581</c:v>
                </c:pt>
                <c:pt idx="37">
                  <c:v>1.1314592361450195</c:v>
                </c:pt>
                <c:pt idx="38">
                  <c:v>1.1436089277267456</c:v>
                </c:pt>
                <c:pt idx="39">
                  <c:v>1.1424702405929565</c:v>
                </c:pt>
                <c:pt idx="40">
                  <c:v>1.2215862274169922</c:v>
                </c:pt>
                <c:pt idx="41">
                  <c:v>1.1174687147140503</c:v>
                </c:pt>
                <c:pt idx="42">
                  <c:v>1.0827207565307617</c:v>
                </c:pt>
                <c:pt idx="43">
                  <c:v>1.0874358415603638</c:v>
                </c:pt>
                <c:pt idx="44">
                  <c:v>1.1386384963989258</c:v>
                </c:pt>
                <c:pt idx="45">
                  <c:v>0.9954182505607605</c:v>
                </c:pt>
                <c:pt idx="46">
                  <c:v>1.1854151487350464</c:v>
                </c:pt>
                <c:pt idx="47">
                  <c:v>1.1111620664596558</c:v>
                </c:pt>
                <c:pt idx="48">
                  <c:v>1.1346492767333984</c:v>
                </c:pt>
                <c:pt idx="49">
                  <c:v>1.0053658485412598</c:v>
                </c:pt>
                <c:pt idx="50">
                  <c:v>1.000760555267334</c:v>
                </c:pt>
                <c:pt idx="51">
                  <c:v>1.0135515928268433</c:v>
                </c:pt>
                <c:pt idx="52">
                  <c:v>1.0207390785217285</c:v>
                </c:pt>
                <c:pt idx="53">
                  <c:v>0.9793057441711426</c:v>
                </c:pt>
                <c:pt idx="54">
                  <c:v>0.9125204086303711</c:v>
                </c:pt>
                <c:pt idx="55">
                  <c:v>0.9990265965461731</c:v>
                </c:pt>
                <c:pt idx="56">
                  <c:v>0.8173702359199524</c:v>
                </c:pt>
                <c:pt idx="57">
                  <c:v>1.0018763542175293</c:v>
                </c:pt>
                <c:pt idx="58">
                  <c:v>0.8620375394821167</c:v>
                </c:pt>
                <c:pt idx="59">
                  <c:v>0.9287364482879639</c:v>
                </c:pt>
                <c:pt idx="60">
                  <c:v>0.7840771079063416</c:v>
                </c:pt>
                <c:pt idx="61">
                  <c:v>0.7526807188987732</c:v>
                </c:pt>
                <c:pt idx="62">
                  <c:v>0.8330200910568237</c:v>
                </c:pt>
                <c:pt idx="63">
                  <c:v>0.8266751766204834</c:v>
                </c:pt>
                <c:pt idx="64">
                  <c:v>0.6599182486534119</c:v>
                </c:pt>
                <c:pt idx="65">
                  <c:v>0.7768803238868713</c:v>
                </c:pt>
                <c:pt idx="66">
                  <c:v>0.8293280005455017</c:v>
                </c:pt>
                <c:pt idx="67">
                  <c:v>0.8814374804496765</c:v>
                </c:pt>
                <c:pt idx="68">
                  <c:v>0.7600528597831726</c:v>
                </c:pt>
                <c:pt idx="69">
                  <c:v>0.6170864105224609</c:v>
                </c:pt>
                <c:pt idx="70">
                  <c:v>0.6895113587379456</c:v>
                </c:pt>
                <c:pt idx="71">
                  <c:v>0.6236112117767334</c:v>
                </c:pt>
                <c:pt idx="72">
                  <c:v>0.6227082014083862</c:v>
                </c:pt>
                <c:pt idx="73">
                  <c:v>0.7919073700904846</c:v>
                </c:pt>
                <c:pt idx="74">
                  <c:v>0.7365812659263611</c:v>
                </c:pt>
                <c:pt idx="75">
                  <c:v>0.6044705510139465</c:v>
                </c:pt>
                <c:pt idx="76">
                  <c:v>0.6938450336456299</c:v>
                </c:pt>
                <c:pt idx="77">
                  <c:v>0.58844393491745</c:v>
                </c:pt>
                <c:pt idx="78">
                  <c:v>0.7343588471412659</c:v>
                </c:pt>
                <c:pt idx="79">
                  <c:v>0.5430439114570618</c:v>
                </c:pt>
                <c:pt idx="80">
                  <c:v>0.6337811946868896</c:v>
                </c:pt>
                <c:pt idx="81">
                  <c:v>0.6716744899749756</c:v>
                </c:pt>
                <c:pt idx="82">
                  <c:v>0.6462843418121338</c:v>
                </c:pt>
                <c:pt idx="83">
                  <c:v>0.4256262183189392</c:v>
                </c:pt>
                <c:pt idx="84">
                  <c:v>0.464677095413208</c:v>
                </c:pt>
                <c:pt idx="85">
                  <c:v>0.6711546778678894</c:v>
                </c:pt>
                <c:pt idx="86">
                  <c:v>0.539993941783905</c:v>
                </c:pt>
                <c:pt idx="87">
                  <c:v>0.5886223912239075</c:v>
                </c:pt>
                <c:pt idx="88">
                  <c:v>0.45574069023132324</c:v>
                </c:pt>
                <c:pt idx="89">
                  <c:v>0.38271191716194153</c:v>
                </c:pt>
                <c:pt idx="90">
                  <c:v>0.44307196140289307</c:v>
                </c:pt>
                <c:pt idx="91">
                  <c:v>0.4914379417896271</c:v>
                </c:pt>
                <c:pt idx="92">
                  <c:v>0.7998238801956177</c:v>
                </c:pt>
                <c:pt idx="93">
                  <c:v>0.626070499420166</c:v>
                </c:pt>
                <c:pt idx="94">
                  <c:v>0.5766328573226929</c:v>
                </c:pt>
                <c:pt idx="95">
                  <c:v>0.5951008200645447</c:v>
                </c:pt>
                <c:pt idx="96">
                  <c:v>0.508606493473053</c:v>
                </c:pt>
                <c:pt idx="97">
                  <c:v>0.46777334809303284</c:v>
                </c:pt>
                <c:pt idx="98">
                  <c:v>0.5158615708351135</c:v>
                </c:pt>
                <c:pt idx="99">
                  <c:v>0.5994246006011963</c:v>
                </c:pt>
                <c:pt idx="100">
                  <c:v>0.4572027921676636</c:v>
                </c:pt>
                <c:pt idx="101">
                  <c:v>0.43564218282699585</c:v>
                </c:pt>
                <c:pt idx="102">
                  <c:v>0.4390726387500763</c:v>
                </c:pt>
                <c:pt idx="103">
                  <c:v>0.513188362121582</c:v>
                </c:pt>
                <c:pt idx="104">
                  <c:v>0.5634902715682983</c:v>
                </c:pt>
                <c:pt idx="105">
                  <c:v>0.524067759513855</c:v>
                </c:pt>
                <c:pt idx="106">
                  <c:v>0.6010972261428833</c:v>
                </c:pt>
                <c:pt idx="107">
                  <c:v>0.49972108006477356</c:v>
                </c:pt>
                <c:pt idx="108">
                  <c:v>0.4941508173942566</c:v>
                </c:pt>
                <c:pt idx="109">
                  <c:v>0.3937574028968811</c:v>
                </c:pt>
                <c:pt idx="110">
                  <c:v>0.5261338353157043</c:v>
                </c:pt>
                <c:pt idx="111">
                  <c:v>0.728381335735321</c:v>
                </c:pt>
                <c:pt idx="112">
                  <c:v>0.5536618232727051</c:v>
                </c:pt>
                <c:pt idx="113">
                  <c:v>0.42826974391937256</c:v>
                </c:pt>
                <c:pt idx="114">
                  <c:v>0.5312450528144836</c:v>
                </c:pt>
                <c:pt idx="115">
                  <c:v>0.4113040268421173</c:v>
                </c:pt>
                <c:pt idx="116">
                  <c:v>0.4527569115161896</c:v>
                </c:pt>
                <c:pt idx="117">
                  <c:v>0.5524489879608154</c:v>
                </c:pt>
                <c:pt idx="118">
                  <c:v>0.6521989703178406</c:v>
                </c:pt>
                <c:pt idx="119">
                  <c:v>0.5165676474571228</c:v>
                </c:pt>
                <c:pt idx="120">
                  <c:v>0.5888985395431519</c:v>
                </c:pt>
                <c:pt idx="121">
                  <c:v>0.49113571643829346</c:v>
                </c:pt>
                <c:pt idx="122">
                  <c:v>0.4505941867828369</c:v>
                </c:pt>
                <c:pt idx="123">
                  <c:v>0.42641177773475647</c:v>
                </c:pt>
                <c:pt idx="124">
                  <c:v>0.3218701481819153</c:v>
                </c:pt>
                <c:pt idx="125">
                  <c:v>0.38208895921707153</c:v>
                </c:pt>
                <c:pt idx="126">
                  <c:v>0.4975331425666809</c:v>
                </c:pt>
                <c:pt idx="127">
                  <c:v>0.3758329749107361</c:v>
                </c:pt>
                <c:pt idx="128">
                  <c:v>0.3962227404117584</c:v>
                </c:pt>
                <c:pt idx="129">
                  <c:v>0.33283254504203796</c:v>
                </c:pt>
                <c:pt idx="130">
                  <c:v>0.40315011143684387</c:v>
                </c:pt>
                <c:pt idx="131">
                  <c:v>0.4451730251312256</c:v>
                </c:pt>
                <c:pt idx="132">
                  <c:v>0.402187705039978</c:v>
                </c:pt>
                <c:pt idx="133">
                  <c:v>0.5049929022789001</c:v>
                </c:pt>
                <c:pt idx="134">
                  <c:v>0.45959386229515076</c:v>
                </c:pt>
                <c:pt idx="135">
                  <c:v>0.34801599383354187</c:v>
                </c:pt>
                <c:pt idx="136">
                  <c:v>0.3490038812160492</c:v>
                </c:pt>
                <c:pt idx="137">
                  <c:v>0.3593347668647766</c:v>
                </c:pt>
                <c:pt idx="138">
                  <c:v>0.40371260046958923</c:v>
                </c:pt>
                <c:pt idx="139">
                  <c:v>0.4591659605503082</c:v>
                </c:pt>
                <c:pt idx="140">
                  <c:v>0.3872946500778198</c:v>
                </c:pt>
                <c:pt idx="141">
                  <c:v>0.2675768733024597</c:v>
                </c:pt>
                <c:pt idx="142">
                  <c:v>0.5102072954177856</c:v>
                </c:pt>
                <c:pt idx="143">
                  <c:v>0.3796805143356323</c:v>
                </c:pt>
                <c:pt idx="144">
                  <c:v>0.48515668511390686</c:v>
                </c:pt>
                <c:pt idx="145">
                  <c:v>0.5992550849914551</c:v>
                </c:pt>
                <c:pt idx="146">
                  <c:v>0.4953838288784027</c:v>
                </c:pt>
                <c:pt idx="147">
                  <c:v>0.31438636779785156</c:v>
                </c:pt>
                <c:pt idx="148">
                  <c:v>0.4022344946861267</c:v>
                </c:pt>
                <c:pt idx="149">
                  <c:v>0.47947415709495544</c:v>
                </c:pt>
                <c:pt idx="150">
                  <c:v>0.5837721228599548</c:v>
                </c:pt>
                <c:pt idx="151">
                  <c:v>0.539054274559021</c:v>
                </c:pt>
                <c:pt idx="152">
                  <c:v>0.3904497027397156</c:v>
                </c:pt>
                <c:pt idx="153">
                  <c:v>0.440975546836853</c:v>
                </c:pt>
                <c:pt idx="154">
                  <c:v>0.4259124994277954</c:v>
                </c:pt>
                <c:pt idx="155">
                  <c:v>0.5404462814331055</c:v>
                </c:pt>
                <c:pt idx="156">
                  <c:v>0.3752184808254242</c:v>
                </c:pt>
                <c:pt idx="157">
                  <c:v>0.38561925292015076</c:v>
                </c:pt>
                <c:pt idx="158">
                  <c:v>0.27268415689468384</c:v>
                </c:pt>
                <c:pt idx="159">
                  <c:v>0.27686378359794617</c:v>
                </c:pt>
                <c:pt idx="160">
                  <c:v>0.39507758617401123</c:v>
                </c:pt>
                <c:pt idx="161">
                  <c:v>0.3940966725349426</c:v>
                </c:pt>
                <c:pt idx="162">
                  <c:v>0.356790155172348</c:v>
                </c:pt>
                <c:pt idx="163">
                  <c:v>0.32827433943748474</c:v>
                </c:pt>
                <c:pt idx="164">
                  <c:v>0.4172414541244507</c:v>
                </c:pt>
                <c:pt idx="165">
                  <c:v>0.4450125992298126</c:v>
                </c:pt>
                <c:pt idx="166">
                  <c:v>0.30836477875709534</c:v>
                </c:pt>
                <c:pt idx="167">
                  <c:v>0.38195329904556274</c:v>
                </c:pt>
                <c:pt idx="168">
                  <c:v>0.34929051995277405</c:v>
                </c:pt>
                <c:pt idx="169">
                  <c:v>0.331411749124527</c:v>
                </c:pt>
                <c:pt idx="170">
                  <c:v>0.32657450437545776</c:v>
                </c:pt>
                <c:pt idx="171">
                  <c:v>0.40910810232162476</c:v>
                </c:pt>
                <c:pt idx="172">
                  <c:v>0.34698596596717834</c:v>
                </c:pt>
                <c:pt idx="173">
                  <c:v>0.4814448654651642</c:v>
                </c:pt>
                <c:pt idx="174">
                  <c:v>0.42917540669441223</c:v>
                </c:pt>
                <c:pt idx="175">
                  <c:v>0.3117793798446655</c:v>
                </c:pt>
                <c:pt idx="176">
                  <c:v>0.3992977440357208</c:v>
                </c:pt>
                <c:pt idx="177">
                  <c:v>0.2953298091888428</c:v>
                </c:pt>
                <c:pt idx="178">
                  <c:v>0.3875492215156555</c:v>
                </c:pt>
                <c:pt idx="179">
                  <c:v>0.32251033186912537</c:v>
                </c:pt>
                <c:pt idx="180">
                  <c:v>0.3721727728843689</c:v>
                </c:pt>
                <c:pt idx="181">
                  <c:v>0.34356817603111267</c:v>
                </c:pt>
                <c:pt idx="182">
                  <c:v>0.4249912202358246</c:v>
                </c:pt>
                <c:pt idx="183">
                  <c:v>0.49660900235176086</c:v>
                </c:pt>
                <c:pt idx="184">
                  <c:v>0.36902323365211487</c:v>
                </c:pt>
                <c:pt idx="185">
                  <c:v>0.39962655305862427</c:v>
                </c:pt>
                <c:pt idx="186">
                  <c:v>0.4431595206260681</c:v>
                </c:pt>
                <c:pt idx="187">
                  <c:v>0.3955579400062561</c:v>
                </c:pt>
                <c:pt idx="188">
                  <c:v>0.32185161113739014</c:v>
                </c:pt>
                <c:pt idx="189">
                  <c:v>0.2984318137168884</c:v>
                </c:pt>
                <c:pt idx="190">
                  <c:v>0.446931928396225</c:v>
                </c:pt>
                <c:pt idx="191">
                  <c:v>0.5126858353614807</c:v>
                </c:pt>
                <c:pt idx="192">
                  <c:v>0.4617273211479187</c:v>
                </c:pt>
                <c:pt idx="193">
                  <c:v>0.28801947832107544</c:v>
                </c:pt>
                <c:pt idx="194">
                  <c:v>0.3939685523509979</c:v>
                </c:pt>
                <c:pt idx="195">
                  <c:v>0.37921342253685</c:v>
                </c:pt>
                <c:pt idx="196">
                  <c:v>0.3798140287399292</c:v>
                </c:pt>
                <c:pt idx="197">
                  <c:v>0.34881332516670227</c:v>
                </c:pt>
                <c:pt idx="198">
                  <c:v>0.5112802982330322</c:v>
                </c:pt>
                <c:pt idx="199">
                  <c:v>0.492255836725235</c:v>
                </c:pt>
                <c:pt idx="200">
                  <c:v>0.3323754668235779</c:v>
                </c:pt>
                <c:pt idx="201">
                  <c:v>0.4112813174724579</c:v>
                </c:pt>
                <c:pt idx="202">
                  <c:v>0.4319837689399719</c:v>
                </c:pt>
                <c:pt idx="203">
                  <c:v>0.28394243121147156</c:v>
                </c:pt>
                <c:pt idx="204">
                  <c:v>0.25473663210868835</c:v>
                </c:pt>
                <c:pt idx="205">
                  <c:v>0.22954457998275757</c:v>
                </c:pt>
                <c:pt idx="206">
                  <c:v>0.3420344591140747</c:v>
                </c:pt>
                <c:pt idx="207">
                  <c:v>0.37394410371780396</c:v>
                </c:pt>
                <c:pt idx="208">
                  <c:v>0.368846595287323</c:v>
                </c:pt>
                <c:pt idx="209">
                  <c:v>0.3359067738056183</c:v>
                </c:pt>
                <c:pt idx="210">
                  <c:v>0.4384300112724304</c:v>
                </c:pt>
                <c:pt idx="211">
                  <c:v>0.29475137591362</c:v>
                </c:pt>
                <c:pt idx="212">
                  <c:v>0.44132915139198303</c:v>
                </c:pt>
                <c:pt idx="213">
                  <c:v>0.33287253975868225</c:v>
                </c:pt>
                <c:pt idx="214">
                  <c:v>0.32578763365745544</c:v>
                </c:pt>
                <c:pt idx="215">
                  <c:v>0.3227406144142151</c:v>
                </c:pt>
                <c:pt idx="216">
                  <c:v>0.38431861996650696</c:v>
                </c:pt>
                <c:pt idx="217">
                  <c:v>0.3051172196865082</c:v>
                </c:pt>
                <c:pt idx="218">
                  <c:v>0.37922802567481995</c:v>
                </c:pt>
                <c:pt idx="219">
                  <c:v>0.3389818072319031</c:v>
                </c:pt>
                <c:pt idx="220">
                  <c:v>0.31499239802360535</c:v>
                </c:pt>
                <c:pt idx="221">
                  <c:v>0.35221049189567566</c:v>
                </c:pt>
                <c:pt idx="222">
                  <c:v>0.4487103223800659</c:v>
                </c:pt>
                <c:pt idx="223">
                  <c:v>0.2768156826496124</c:v>
                </c:pt>
                <c:pt idx="224">
                  <c:v>0.36468398571014404</c:v>
                </c:pt>
                <c:pt idx="225">
                  <c:v>0.27058202028274536</c:v>
                </c:pt>
                <c:pt idx="226">
                  <c:v>0.3935668170452118</c:v>
                </c:pt>
                <c:pt idx="227">
                  <c:v>0.34505149722099304</c:v>
                </c:pt>
                <c:pt idx="228">
                  <c:v>0.3733871877193451</c:v>
                </c:pt>
                <c:pt idx="229">
                  <c:v>0.3113669455051422</c:v>
                </c:pt>
                <c:pt idx="230">
                  <c:v>0.43205884099006653</c:v>
                </c:pt>
                <c:pt idx="231">
                  <c:v>0.3792985677719116</c:v>
                </c:pt>
                <c:pt idx="232">
                  <c:v>0.29787707328796387</c:v>
                </c:pt>
                <c:pt idx="233">
                  <c:v>0.3154100179672241</c:v>
                </c:pt>
                <c:pt idx="234">
                  <c:v>0.3304075598716736</c:v>
                </c:pt>
                <c:pt idx="235">
                  <c:v>0.28265848755836487</c:v>
                </c:pt>
                <c:pt idx="236">
                  <c:v>0.3244665265083313</c:v>
                </c:pt>
                <c:pt idx="237">
                  <c:v>0.37320563197135925</c:v>
                </c:pt>
                <c:pt idx="238">
                  <c:v>0.308014839887619</c:v>
                </c:pt>
                <c:pt idx="239">
                  <c:v>0.3550706207752228</c:v>
                </c:pt>
                <c:pt idx="240">
                  <c:v>0.3209208846092224</c:v>
                </c:pt>
                <c:pt idx="241">
                  <c:v>0.3394883871078491</c:v>
                </c:pt>
                <c:pt idx="242">
                  <c:v>0.3857859671115875</c:v>
                </c:pt>
                <c:pt idx="243">
                  <c:v>0.26799270510673523</c:v>
                </c:pt>
                <c:pt idx="244">
                  <c:v>0.31357547640800476</c:v>
                </c:pt>
                <c:pt idx="245">
                  <c:v>0.34213149547576904</c:v>
                </c:pt>
                <c:pt idx="246">
                  <c:v>0.20768029987812042</c:v>
                </c:pt>
                <c:pt idx="247">
                  <c:v>0.37948372960090637</c:v>
                </c:pt>
                <c:pt idx="248">
                  <c:v>0.2749428153038025</c:v>
                </c:pt>
                <c:pt idx="249">
                  <c:v>0.30442437529563904</c:v>
                </c:pt>
                <c:pt idx="250">
                  <c:v>0.2763613164424896</c:v>
                </c:pt>
                <c:pt idx="251">
                  <c:v>0.27267807722091675</c:v>
                </c:pt>
                <c:pt idx="252">
                  <c:v>0.3939146399497986</c:v>
                </c:pt>
                <c:pt idx="253">
                  <c:v>0.47137612104415894</c:v>
                </c:pt>
                <c:pt idx="254">
                  <c:v>0.2471006065607071</c:v>
                </c:pt>
                <c:pt idx="255">
                  <c:v>0.31420743465423584</c:v>
                </c:pt>
                <c:pt idx="256">
                  <c:v>0.29901376366615295</c:v>
                </c:pt>
                <c:pt idx="257">
                  <c:v>0.28952157497406006</c:v>
                </c:pt>
                <c:pt idx="258">
                  <c:v>0.3064384162425995</c:v>
                </c:pt>
                <c:pt idx="259">
                  <c:v>0.3770080506801605</c:v>
                </c:pt>
                <c:pt idx="260">
                  <c:v>0.3605393171310425</c:v>
                </c:pt>
                <c:pt idx="261">
                  <c:v>0.28505468368530273</c:v>
                </c:pt>
                <c:pt idx="262">
                  <c:v>0.39275529980659485</c:v>
                </c:pt>
                <c:pt idx="263">
                  <c:v>0.2550092339515686</c:v>
                </c:pt>
                <c:pt idx="264">
                  <c:v>0.31097209453582764</c:v>
                </c:pt>
                <c:pt idx="265">
                  <c:v>0.36171552538871765</c:v>
                </c:pt>
                <c:pt idx="266">
                  <c:v>0.34487184882164</c:v>
                </c:pt>
                <c:pt idx="267">
                  <c:v>0.2671186625957489</c:v>
                </c:pt>
                <c:pt idx="268">
                  <c:v>0.22153595089912415</c:v>
                </c:pt>
                <c:pt idx="269">
                  <c:v>0.20409469306468964</c:v>
                </c:pt>
                <c:pt idx="270">
                  <c:v>0.35301536321640015</c:v>
                </c:pt>
                <c:pt idx="271">
                  <c:v>0.3740118145942688</c:v>
                </c:pt>
                <c:pt idx="272">
                  <c:v>0.4270685315132141</c:v>
                </c:pt>
                <c:pt idx="273">
                  <c:v>0.21310120820999146</c:v>
                </c:pt>
                <c:pt idx="274">
                  <c:v>0.2606501281261444</c:v>
                </c:pt>
                <c:pt idx="275">
                  <c:v>0.3257850706577301</c:v>
                </c:pt>
                <c:pt idx="276">
                  <c:v>0.3777208626270294</c:v>
                </c:pt>
                <c:pt idx="277">
                  <c:v>0.4129529893398285</c:v>
                </c:pt>
                <c:pt idx="278">
                  <c:v>0.24871809780597687</c:v>
                </c:pt>
                <c:pt idx="279">
                  <c:v>0.3356796205043793</c:v>
                </c:pt>
                <c:pt idx="280">
                  <c:v>0.30581486225128174</c:v>
                </c:pt>
                <c:pt idx="281">
                  <c:v>0.359078586101532</c:v>
                </c:pt>
                <c:pt idx="282">
                  <c:v>0.3015380799770355</c:v>
                </c:pt>
                <c:pt idx="283">
                  <c:v>0.15641340613365173</c:v>
                </c:pt>
                <c:pt idx="284">
                  <c:v>0.30712413787841797</c:v>
                </c:pt>
                <c:pt idx="285">
                  <c:v>0.30833375453948975</c:v>
                </c:pt>
                <c:pt idx="286">
                  <c:v>0.26167169213294983</c:v>
                </c:pt>
                <c:pt idx="287">
                  <c:v>0.18456031382083893</c:v>
                </c:pt>
                <c:pt idx="288">
                  <c:v>0.2730773389339447</c:v>
                </c:pt>
                <c:pt idx="289">
                  <c:v>0.28308936953544617</c:v>
                </c:pt>
                <c:pt idx="290">
                  <c:v>0.36646968126296997</c:v>
                </c:pt>
                <c:pt idx="291">
                  <c:v>0.2653714120388031</c:v>
                </c:pt>
                <c:pt idx="292">
                  <c:v>0.24130171537399292</c:v>
                </c:pt>
                <c:pt idx="293">
                  <c:v>0.287630558013916</c:v>
                </c:pt>
                <c:pt idx="294">
                  <c:v>0.25572654604911804</c:v>
                </c:pt>
                <c:pt idx="295">
                  <c:v>0.2922917902469635</c:v>
                </c:pt>
                <c:pt idx="296">
                  <c:v>0.32029351592063904</c:v>
                </c:pt>
                <c:pt idx="297">
                  <c:v>0.29006022214889526</c:v>
                </c:pt>
                <c:pt idx="298">
                  <c:v>0.3680160641670227</c:v>
                </c:pt>
                <c:pt idx="299">
                  <c:v>0.21977843344211578</c:v>
                </c:pt>
                <c:pt idx="300">
                  <c:v>0.34125539660453796</c:v>
                </c:pt>
                <c:pt idx="301">
                  <c:v>0.3519819974899292</c:v>
                </c:pt>
                <c:pt idx="302">
                  <c:v>0.2742089629173279</c:v>
                </c:pt>
                <c:pt idx="303">
                  <c:v>0.3462992012500763</c:v>
                </c:pt>
                <c:pt idx="304">
                  <c:v>0.25061988830566406</c:v>
                </c:pt>
                <c:pt idx="305">
                  <c:v>0.3221660554409027</c:v>
                </c:pt>
                <c:pt idx="306">
                  <c:v>0.3213207721710205</c:v>
                </c:pt>
                <c:pt idx="307">
                  <c:v>0.23048412799835205</c:v>
                </c:pt>
                <c:pt idx="308">
                  <c:v>0.22962188720703125</c:v>
                </c:pt>
                <c:pt idx="309">
                  <c:v>0.27308928966522217</c:v>
                </c:pt>
                <c:pt idx="310">
                  <c:v>0.2807551622390747</c:v>
                </c:pt>
                <c:pt idx="311">
                  <c:v>0.18668462336063385</c:v>
                </c:pt>
                <c:pt idx="312">
                  <c:v>0.2957852780818939</c:v>
                </c:pt>
                <c:pt idx="313">
                  <c:v>0.2917606830596924</c:v>
                </c:pt>
                <c:pt idx="314">
                  <c:v>0.3429245352745056</c:v>
                </c:pt>
                <c:pt idx="315">
                  <c:v>0.17575088143348694</c:v>
                </c:pt>
                <c:pt idx="316">
                  <c:v>0.32845672965049744</c:v>
                </c:pt>
                <c:pt idx="317">
                  <c:v>0.25626271963119507</c:v>
                </c:pt>
                <c:pt idx="318">
                  <c:v>0.31948110461235046</c:v>
                </c:pt>
                <c:pt idx="319">
                  <c:v>0.25383445620536804</c:v>
                </c:pt>
                <c:pt idx="320">
                  <c:v>0.1554499864578247</c:v>
                </c:pt>
                <c:pt idx="321">
                  <c:v>0.27968618273735046</c:v>
                </c:pt>
                <c:pt idx="322">
                  <c:v>0.24894845485687256</c:v>
                </c:pt>
                <c:pt idx="323">
                  <c:v>0.3449386954307556</c:v>
                </c:pt>
                <c:pt idx="324">
                  <c:v>0.22948460280895233</c:v>
                </c:pt>
                <c:pt idx="325">
                  <c:v>0.27128544449806213</c:v>
                </c:pt>
                <c:pt idx="326">
                  <c:v>0.25686800479888916</c:v>
                </c:pt>
                <c:pt idx="327">
                  <c:v>0.33577731251716614</c:v>
                </c:pt>
                <c:pt idx="328">
                  <c:v>0.31288501620292664</c:v>
                </c:pt>
                <c:pt idx="329">
                  <c:v>0.2905402183532715</c:v>
                </c:pt>
                <c:pt idx="330">
                  <c:v>0.16676293313503265</c:v>
                </c:pt>
                <c:pt idx="331">
                  <c:v>0.1898617446422577</c:v>
                </c:pt>
                <c:pt idx="332">
                  <c:v>0.2590455710887909</c:v>
                </c:pt>
                <c:pt idx="333">
                  <c:v>0.23997129499912262</c:v>
                </c:pt>
                <c:pt idx="334">
                  <c:v>0.1979094296693802</c:v>
                </c:pt>
                <c:pt idx="335">
                  <c:v>0.24143390357494354</c:v>
                </c:pt>
                <c:pt idx="336">
                  <c:v>0.24915504455566406</c:v>
                </c:pt>
                <c:pt idx="337">
                  <c:v>0.26824939250946045</c:v>
                </c:pt>
                <c:pt idx="338">
                  <c:v>0.2584945857524872</c:v>
                </c:pt>
                <c:pt idx="339">
                  <c:v>0.3133721351623535</c:v>
                </c:pt>
                <c:pt idx="340">
                  <c:v>0.21071794629096985</c:v>
                </c:pt>
                <c:pt idx="341">
                  <c:v>0.26606500148773193</c:v>
                </c:pt>
                <c:pt idx="342">
                  <c:v>0.1865970343351364</c:v>
                </c:pt>
                <c:pt idx="343">
                  <c:v>0.2578902840614319</c:v>
                </c:pt>
                <c:pt idx="344">
                  <c:v>0.2822929322719574</c:v>
                </c:pt>
                <c:pt idx="345">
                  <c:v>0.23192694783210754</c:v>
                </c:pt>
                <c:pt idx="346">
                  <c:v>0.2960498332977295</c:v>
                </c:pt>
                <c:pt idx="347">
                  <c:v>0.2516951560974121</c:v>
                </c:pt>
                <c:pt idx="348">
                  <c:v>0.3475220501422882</c:v>
                </c:pt>
                <c:pt idx="349">
                  <c:v>0.30087384581565857</c:v>
                </c:pt>
                <c:pt idx="350">
                  <c:v>0.25447577238082886</c:v>
                </c:pt>
                <c:pt idx="351">
                  <c:v>0.20864255726337433</c:v>
                </c:pt>
                <c:pt idx="352">
                  <c:v>0.1606607884168625</c:v>
                </c:pt>
                <c:pt idx="353">
                  <c:v>0.3071022629737854</c:v>
                </c:pt>
                <c:pt idx="354">
                  <c:v>0.253432959318161</c:v>
                </c:pt>
                <c:pt idx="355">
                  <c:v>0.2907356023788452</c:v>
                </c:pt>
                <c:pt idx="356">
                  <c:v>0.23979061841964722</c:v>
                </c:pt>
                <c:pt idx="357">
                  <c:v>0.2688579261302948</c:v>
                </c:pt>
                <c:pt idx="358">
                  <c:v>0.29321569204330444</c:v>
                </c:pt>
                <c:pt idx="359">
                  <c:v>0.24988898634910583</c:v>
                </c:pt>
                <c:pt idx="360">
                  <c:v>0.2567131519317627</c:v>
                </c:pt>
                <c:pt idx="361">
                  <c:v>0.21283480525016785</c:v>
                </c:pt>
                <c:pt idx="362">
                  <c:v>0.37260493636131287</c:v>
                </c:pt>
                <c:pt idx="363">
                  <c:v>0.24577337503433228</c:v>
                </c:pt>
                <c:pt idx="364">
                  <c:v>0.21479465067386627</c:v>
                </c:pt>
                <c:pt idx="365">
                  <c:v>0.19751980900764465</c:v>
                </c:pt>
                <c:pt idx="366">
                  <c:v>0.25475752353668213</c:v>
                </c:pt>
                <c:pt idx="367">
                  <c:v>0.21038086712360382</c:v>
                </c:pt>
                <c:pt idx="368">
                  <c:v>0.18047960102558136</c:v>
                </c:pt>
                <c:pt idx="369">
                  <c:v>0.11738918721675873</c:v>
                </c:pt>
                <c:pt idx="370">
                  <c:v>0.3016287386417389</c:v>
                </c:pt>
                <c:pt idx="371">
                  <c:v>0.29423511028289795</c:v>
                </c:pt>
                <c:pt idx="372">
                  <c:v>0.24224555492401123</c:v>
                </c:pt>
                <c:pt idx="373">
                  <c:v>0.18171827495098114</c:v>
                </c:pt>
                <c:pt idx="374">
                  <c:v>0.1865411251783371</c:v>
                </c:pt>
                <c:pt idx="375">
                  <c:v>0.25465255975723267</c:v>
                </c:pt>
                <c:pt idx="376">
                  <c:v>0.2720178961753845</c:v>
                </c:pt>
                <c:pt idx="377">
                  <c:v>0.20518669486045837</c:v>
                </c:pt>
                <c:pt idx="378">
                  <c:v>0.28035199642181396</c:v>
                </c:pt>
                <c:pt idx="379">
                  <c:v>0.21481892466545105</c:v>
                </c:pt>
                <c:pt idx="380">
                  <c:v>0.23291341960430145</c:v>
                </c:pt>
                <c:pt idx="381">
                  <c:v>0.15927192568778992</c:v>
                </c:pt>
                <c:pt idx="382">
                  <c:v>0.23197604715824127</c:v>
                </c:pt>
                <c:pt idx="383">
                  <c:v>0.3068956732749939</c:v>
                </c:pt>
                <c:pt idx="384">
                  <c:v>0.2438090741634369</c:v>
                </c:pt>
                <c:pt idx="385">
                  <c:v>0.21423441171646118</c:v>
                </c:pt>
                <c:pt idx="386">
                  <c:v>0.3954388201236725</c:v>
                </c:pt>
                <c:pt idx="387">
                  <c:v>0.19513577222824097</c:v>
                </c:pt>
                <c:pt idx="388">
                  <c:v>0.27173563838005066</c:v>
                </c:pt>
                <c:pt idx="389">
                  <c:v>0.2923954725265503</c:v>
                </c:pt>
                <c:pt idx="390">
                  <c:v>0.16991503536701202</c:v>
                </c:pt>
                <c:pt idx="391">
                  <c:v>0.27086618542671204</c:v>
                </c:pt>
                <c:pt idx="392">
                  <c:v>0.13371248543262482</c:v>
                </c:pt>
                <c:pt idx="393">
                  <c:v>0.31630808115005493</c:v>
                </c:pt>
                <c:pt idx="394">
                  <c:v>0.16810809075832367</c:v>
                </c:pt>
                <c:pt idx="395">
                  <c:v>0.20467373728752136</c:v>
                </c:pt>
                <c:pt idx="396">
                  <c:v>0.23178233206272125</c:v>
                </c:pt>
                <c:pt idx="397">
                  <c:v>0.1635059416294098</c:v>
                </c:pt>
                <c:pt idx="398">
                  <c:v>0.14648430049419403</c:v>
                </c:pt>
                <c:pt idx="399">
                  <c:v>0.20275422930717468</c:v>
                </c:pt>
                <c:pt idx="400">
                  <c:v>0.23529276251792908</c:v>
                </c:pt>
                <c:pt idx="401">
                  <c:v>0.22125381231307983</c:v>
                </c:pt>
                <c:pt idx="402">
                  <c:v>0.22229130566120148</c:v>
                </c:pt>
                <c:pt idx="403">
                  <c:v>0.21822449564933777</c:v>
                </c:pt>
                <c:pt idx="404">
                  <c:v>0.2112158238887787</c:v>
                </c:pt>
                <c:pt idx="405">
                  <c:v>0.22053170204162598</c:v>
                </c:pt>
                <c:pt idx="406">
                  <c:v>0.2273675799369812</c:v>
                </c:pt>
                <c:pt idx="407">
                  <c:v>0.2291419953107834</c:v>
                </c:pt>
                <c:pt idx="408">
                  <c:v>0.22001077234745026</c:v>
                </c:pt>
                <c:pt idx="409">
                  <c:v>0.25270408391952515</c:v>
                </c:pt>
                <c:pt idx="410">
                  <c:v>0.2500520348548889</c:v>
                </c:pt>
                <c:pt idx="411">
                  <c:v>0.41723471879959106</c:v>
                </c:pt>
                <c:pt idx="412">
                  <c:v>0.28065025806427</c:v>
                </c:pt>
                <c:pt idx="413">
                  <c:v>0.27873727679252625</c:v>
                </c:pt>
                <c:pt idx="414">
                  <c:v>0.1931282877922058</c:v>
                </c:pt>
                <c:pt idx="415">
                  <c:v>0.25732144713401794</c:v>
                </c:pt>
                <c:pt idx="416">
                  <c:v>0.17469821870326996</c:v>
                </c:pt>
                <c:pt idx="417">
                  <c:v>0.2469654083251953</c:v>
                </c:pt>
                <c:pt idx="418">
                  <c:v>0.19267526268959045</c:v>
                </c:pt>
                <c:pt idx="419">
                  <c:v>0.2679996192455292</c:v>
                </c:pt>
                <c:pt idx="420">
                  <c:v>0.28468483686447144</c:v>
                </c:pt>
                <c:pt idx="421">
                  <c:v>0.3283368945121765</c:v>
                </c:pt>
                <c:pt idx="422">
                  <c:v>0.2100108116865158</c:v>
                </c:pt>
                <c:pt idx="423">
                  <c:v>0.2182808667421341</c:v>
                </c:pt>
                <c:pt idx="424">
                  <c:v>0.3946368992328644</c:v>
                </c:pt>
                <c:pt idx="425">
                  <c:v>0.2751494348049164</c:v>
                </c:pt>
                <c:pt idx="426">
                  <c:v>0.19029907882213593</c:v>
                </c:pt>
                <c:pt idx="427">
                  <c:v>0.1429556906223297</c:v>
                </c:pt>
                <c:pt idx="428">
                  <c:v>0.27684229612350464</c:v>
                </c:pt>
                <c:pt idx="429">
                  <c:v>0.2311166524887085</c:v>
                </c:pt>
                <c:pt idx="430">
                  <c:v>0.2893151640892029</c:v>
                </c:pt>
                <c:pt idx="431">
                  <c:v>0.16110223531723022</c:v>
                </c:pt>
                <c:pt idx="432">
                  <c:v>0.24905969202518463</c:v>
                </c:pt>
                <c:pt idx="433">
                  <c:v>0.26624804735183716</c:v>
                </c:pt>
                <c:pt idx="434">
                  <c:v>0.24033121764659882</c:v>
                </c:pt>
                <c:pt idx="435">
                  <c:v>0.19246815145015717</c:v>
                </c:pt>
                <c:pt idx="436">
                  <c:v>0.1997201144695282</c:v>
                </c:pt>
                <c:pt idx="437">
                  <c:v>0.21437138319015503</c:v>
                </c:pt>
                <c:pt idx="438">
                  <c:v>0.2249823957681656</c:v>
                </c:pt>
                <c:pt idx="439">
                  <c:v>0.25977882742881775</c:v>
                </c:pt>
                <c:pt idx="440">
                  <c:v>0.2627979516983032</c:v>
                </c:pt>
                <c:pt idx="441">
                  <c:v>0.20876993238925934</c:v>
                </c:pt>
                <c:pt idx="442">
                  <c:v>0.23557575047016144</c:v>
                </c:pt>
                <c:pt idx="443">
                  <c:v>0.18907397985458374</c:v>
                </c:pt>
                <c:pt idx="444">
                  <c:v>0.19875989854335785</c:v>
                </c:pt>
                <c:pt idx="445">
                  <c:v>0.1771954596042633</c:v>
                </c:pt>
                <c:pt idx="446">
                  <c:v>0.3081144690513611</c:v>
                </c:pt>
                <c:pt idx="447">
                  <c:v>0.1911306530237198</c:v>
                </c:pt>
                <c:pt idx="448">
                  <c:v>0.2387808859348297</c:v>
                </c:pt>
                <c:pt idx="449">
                  <c:v>0.43957504630088806</c:v>
                </c:pt>
                <c:pt idx="450">
                  <c:v>0.1735002100467682</c:v>
                </c:pt>
                <c:pt idx="451">
                  <c:v>0.1740216612815857</c:v>
                </c:pt>
                <c:pt idx="452">
                  <c:v>0.26440519094467163</c:v>
                </c:pt>
                <c:pt idx="453">
                  <c:v>0.21147266030311584</c:v>
                </c:pt>
                <c:pt idx="454">
                  <c:v>0.2023901492357254</c:v>
                </c:pt>
                <c:pt idx="455">
                  <c:v>0.14513401687145233</c:v>
                </c:pt>
                <c:pt idx="456">
                  <c:v>0.25037357211112976</c:v>
                </c:pt>
                <c:pt idx="457">
                  <c:v>0.20282654464244843</c:v>
                </c:pt>
                <c:pt idx="458">
                  <c:v>0.21564413607120514</c:v>
                </c:pt>
                <c:pt idx="459">
                  <c:v>0.13772985339164734</c:v>
                </c:pt>
                <c:pt idx="460">
                  <c:v>0.21775442361831665</c:v>
                </c:pt>
                <c:pt idx="461">
                  <c:v>0.1648561954498291</c:v>
                </c:pt>
                <c:pt idx="462">
                  <c:v>0.1779012233018875</c:v>
                </c:pt>
                <c:pt idx="463">
                  <c:v>0.2475694715976715</c:v>
                </c:pt>
                <c:pt idx="464">
                  <c:v>0.2663951814174652</c:v>
                </c:pt>
                <c:pt idx="465">
                  <c:v>0.13704505562782288</c:v>
                </c:pt>
                <c:pt idx="466">
                  <c:v>0.262810081243515</c:v>
                </c:pt>
                <c:pt idx="467">
                  <c:v>0.12178424745798111</c:v>
                </c:pt>
                <c:pt idx="468">
                  <c:v>0.18796782195568085</c:v>
                </c:pt>
                <c:pt idx="469">
                  <c:v>0.2630094885826111</c:v>
                </c:pt>
                <c:pt idx="470">
                  <c:v>0.14245641231536865</c:v>
                </c:pt>
                <c:pt idx="471">
                  <c:v>0.19638285040855408</c:v>
                </c:pt>
                <c:pt idx="472">
                  <c:v>0.1921265572309494</c:v>
                </c:pt>
                <c:pt idx="473">
                  <c:v>0.16073983907699585</c:v>
                </c:pt>
                <c:pt idx="474">
                  <c:v>0.1919376254081726</c:v>
                </c:pt>
                <c:pt idx="475">
                  <c:v>0.27145475149154663</c:v>
                </c:pt>
                <c:pt idx="476">
                  <c:v>0.1880255490541458</c:v>
                </c:pt>
                <c:pt idx="477">
                  <c:v>0.16131487488746643</c:v>
                </c:pt>
                <c:pt idx="478">
                  <c:v>0.20784097909927368</c:v>
                </c:pt>
                <c:pt idx="479">
                  <c:v>0.23513177037239075</c:v>
                </c:pt>
                <c:pt idx="480">
                  <c:v>0.19231411814689636</c:v>
                </c:pt>
                <c:pt idx="481">
                  <c:v>0.3413185179233551</c:v>
                </c:pt>
                <c:pt idx="482">
                  <c:v>0.37386494874954224</c:v>
                </c:pt>
                <c:pt idx="483">
                  <c:v>0.18389445543289185</c:v>
                </c:pt>
                <c:pt idx="484">
                  <c:v>0.22565872967243195</c:v>
                </c:pt>
                <c:pt idx="485">
                  <c:v>0.1761733591556549</c:v>
                </c:pt>
                <c:pt idx="486">
                  <c:v>0.10815057158470154</c:v>
                </c:pt>
                <c:pt idx="487">
                  <c:v>0.16381511092185974</c:v>
                </c:pt>
                <c:pt idx="488">
                  <c:v>0.27122962474823</c:v>
                </c:pt>
                <c:pt idx="489">
                  <c:v>0.1848190873861313</c:v>
                </c:pt>
                <c:pt idx="490">
                  <c:v>0.23370501399040222</c:v>
                </c:pt>
                <c:pt idx="491">
                  <c:v>0.20191684365272522</c:v>
                </c:pt>
                <c:pt idx="492">
                  <c:v>0.12320302426815033</c:v>
                </c:pt>
                <c:pt idx="493">
                  <c:v>0.1075412780046463</c:v>
                </c:pt>
                <c:pt idx="494">
                  <c:v>0.22438931465148926</c:v>
                </c:pt>
                <c:pt idx="495">
                  <c:v>0.23844023048877716</c:v>
                </c:pt>
                <c:pt idx="496">
                  <c:v>0.15372903645038605</c:v>
                </c:pt>
                <c:pt idx="497">
                  <c:v>0.20639869570732117</c:v>
                </c:pt>
                <c:pt idx="498">
                  <c:v>0.14078441262245178</c:v>
                </c:pt>
                <c:pt idx="499">
                  <c:v>0.17923475801944733</c:v>
                </c:pt>
                <c:pt idx="500">
                  <c:v>0.20013974606990814</c:v>
                </c:pt>
                <c:pt idx="501">
                  <c:v>0.25737935304641724</c:v>
                </c:pt>
                <c:pt idx="502">
                  <c:v>0.20315514504909515</c:v>
                </c:pt>
                <c:pt idx="503">
                  <c:v>0.20008201897144318</c:v>
                </c:pt>
                <c:pt idx="504">
                  <c:v>0.17582441866397858</c:v>
                </c:pt>
                <c:pt idx="505">
                  <c:v>0.20157919824123383</c:v>
                </c:pt>
                <c:pt idx="506">
                  <c:v>0.29012200236320496</c:v>
                </c:pt>
                <c:pt idx="507">
                  <c:v>0.21090067923069</c:v>
                </c:pt>
                <c:pt idx="508">
                  <c:v>0.18505029380321503</c:v>
                </c:pt>
                <c:pt idx="509">
                  <c:v>0.31615763902664185</c:v>
                </c:pt>
                <c:pt idx="510">
                  <c:v>0.11608529835939407</c:v>
                </c:pt>
                <c:pt idx="511">
                  <c:v>0.2398439645767212</c:v>
                </c:pt>
                <c:pt idx="512">
                  <c:v>0.1513369381427765</c:v>
                </c:pt>
                <c:pt idx="513">
                  <c:v>0.18825702369213104</c:v>
                </c:pt>
                <c:pt idx="514">
                  <c:v>0.14587116241455078</c:v>
                </c:pt>
                <c:pt idx="515">
                  <c:v>0.21035583317279816</c:v>
                </c:pt>
                <c:pt idx="516">
                  <c:v>0.1823713481426239</c:v>
                </c:pt>
                <c:pt idx="517">
                  <c:v>0.19266937673091888</c:v>
                </c:pt>
                <c:pt idx="518">
                  <c:v>0.2679039239883423</c:v>
                </c:pt>
                <c:pt idx="519">
                  <c:v>0.1208576038479805</c:v>
                </c:pt>
                <c:pt idx="520">
                  <c:v>0.20563191175460815</c:v>
                </c:pt>
                <c:pt idx="521">
                  <c:v>0.17881684005260468</c:v>
                </c:pt>
                <c:pt idx="522">
                  <c:v>0.1559390127658844</c:v>
                </c:pt>
                <c:pt idx="523">
                  <c:v>0.17022456228733063</c:v>
                </c:pt>
                <c:pt idx="524">
                  <c:v>0.15874546766281128</c:v>
                </c:pt>
                <c:pt idx="525">
                  <c:v>0.19386622309684753</c:v>
                </c:pt>
                <c:pt idx="526">
                  <c:v>0.2299834042787552</c:v>
                </c:pt>
                <c:pt idx="527">
                  <c:v>0.258716881275177</c:v>
                </c:pt>
                <c:pt idx="528">
                  <c:v>0.196589857339859</c:v>
                </c:pt>
                <c:pt idx="529">
                  <c:v>0.16378049552440643</c:v>
                </c:pt>
                <c:pt idx="530">
                  <c:v>0.24189016222953796</c:v>
                </c:pt>
                <c:pt idx="531">
                  <c:v>0.312547892332077</c:v>
                </c:pt>
                <c:pt idx="532">
                  <c:v>0.22224941849708557</c:v>
                </c:pt>
                <c:pt idx="533">
                  <c:v>0.13105139136314392</c:v>
                </c:pt>
                <c:pt idx="534">
                  <c:v>0.23329296708106995</c:v>
                </c:pt>
                <c:pt idx="535">
                  <c:v>0.24945680797100067</c:v>
                </c:pt>
                <c:pt idx="536">
                  <c:v>0.2250380665063858</c:v>
                </c:pt>
                <c:pt idx="537">
                  <c:v>0.1693194955587387</c:v>
                </c:pt>
                <c:pt idx="538">
                  <c:v>0.2843192219734192</c:v>
                </c:pt>
                <c:pt idx="539">
                  <c:v>0.23796992003917694</c:v>
                </c:pt>
                <c:pt idx="540">
                  <c:v>0.24435284733772278</c:v>
                </c:pt>
                <c:pt idx="541">
                  <c:v>0.20221669971942902</c:v>
                </c:pt>
                <c:pt idx="542">
                  <c:v>0.18642303347587585</c:v>
                </c:pt>
                <c:pt idx="543">
                  <c:v>0.2225535809993744</c:v>
                </c:pt>
                <c:pt idx="544">
                  <c:v>0.1277390569448471</c:v>
                </c:pt>
                <c:pt idx="545">
                  <c:v>0.15189118683338165</c:v>
                </c:pt>
                <c:pt idx="546">
                  <c:v>0.17359717190265656</c:v>
                </c:pt>
                <c:pt idx="547">
                  <c:v>0.1334814578294754</c:v>
                </c:pt>
                <c:pt idx="548">
                  <c:v>0.1457960605621338</c:v>
                </c:pt>
                <c:pt idx="549">
                  <c:v>0.16303618252277374</c:v>
                </c:pt>
                <c:pt idx="550">
                  <c:v>0.324697345495224</c:v>
                </c:pt>
                <c:pt idx="551">
                  <c:v>0.21589022874832153</c:v>
                </c:pt>
                <c:pt idx="552">
                  <c:v>0.26103681325912476</c:v>
                </c:pt>
                <c:pt idx="553">
                  <c:v>0.28529080748558044</c:v>
                </c:pt>
                <c:pt idx="554">
                  <c:v>0.2553737461566925</c:v>
                </c:pt>
                <c:pt idx="555">
                  <c:v>0.15709169209003448</c:v>
                </c:pt>
                <c:pt idx="556">
                  <c:v>0.14665336906909943</c:v>
                </c:pt>
                <c:pt idx="557">
                  <c:v>0.15721802413463593</c:v>
                </c:pt>
                <c:pt idx="558">
                  <c:v>0.1603478193283081</c:v>
                </c:pt>
                <c:pt idx="559">
                  <c:v>0.12253431975841522</c:v>
                </c:pt>
                <c:pt idx="560">
                  <c:v>0.17607416212558746</c:v>
                </c:pt>
                <c:pt idx="561">
                  <c:v>0.25088903307914734</c:v>
                </c:pt>
                <c:pt idx="562">
                  <c:v>0.2359788864850998</c:v>
                </c:pt>
                <c:pt idx="563">
                  <c:v>0.20822039246559143</c:v>
                </c:pt>
                <c:pt idx="564">
                  <c:v>0.1891888827085495</c:v>
                </c:pt>
                <c:pt idx="565">
                  <c:v>0.2278941422700882</c:v>
                </c:pt>
                <c:pt idx="566">
                  <c:v>0.1565643846988678</c:v>
                </c:pt>
                <c:pt idx="567">
                  <c:v>0.2175576388835907</c:v>
                </c:pt>
                <c:pt idx="568">
                  <c:v>0.32857733964920044</c:v>
                </c:pt>
                <c:pt idx="569">
                  <c:v>0.29004350304603577</c:v>
                </c:pt>
                <c:pt idx="570">
                  <c:v>0.19291538000106812</c:v>
                </c:pt>
                <c:pt idx="571">
                  <c:v>0.1996423751115799</c:v>
                </c:pt>
                <c:pt idx="572">
                  <c:v>0.17920905351638794</c:v>
                </c:pt>
                <c:pt idx="573">
                  <c:v>0.294011652469635</c:v>
                </c:pt>
                <c:pt idx="574">
                  <c:v>0.28277966380119324</c:v>
                </c:pt>
                <c:pt idx="575">
                  <c:v>0.19432765245437622</c:v>
                </c:pt>
                <c:pt idx="576">
                  <c:v>0.11985081434249878</c:v>
                </c:pt>
                <c:pt idx="577">
                  <c:v>0.21853622794151306</c:v>
                </c:pt>
                <c:pt idx="578">
                  <c:v>0.2521839141845703</c:v>
                </c:pt>
                <c:pt idx="579">
                  <c:v>0.15520720183849335</c:v>
                </c:pt>
                <c:pt idx="580">
                  <c:v>0.16654379665851593</c:v>
                </c:pt>
                <c:pt idx="581">
                  <c:v>0.14836615324020386</c:v>
                </c:pt>
                <c:pt idx="582">
                  <c:v>0.22501854598522186</c:v>
                </c:pt>
                <c:pt idx="583">
                  <c:v>0.20020367205142975</c:v>
                </c:pt>
                <c:pt idx="584">
                  <c:v>0.26044297218322754</c:v>
                </c:pt>
                <c:pt idx="585">
                  <c:v>0.21754807233810425</c:v>
                </c:pt>
                <c:pt idx="586">
                  <c:v>0.15180693566799164</c:v>
                </c:pt>
                <c:pt idx="587">
                  <c:v>0.13439248502254486</c:v>
                </c:pt>
                <c:pt idx="588">
                  <c:v>0.15427833795547485</c:v>
                </c:pt>
                <c:pt idx="589">
                  <c:v>0.18502631783485413</c:v>
                </c:pt>
                <c:pt idx="590">
                  <c:v>0.22920937836170197</c:v>
                </c:pt>
                <c:pt idx="591">
                  <c:v>0.17602947354316711</c:v>
                </c:pt>
                <c:pt idx="592">
                  <c:v>0.23852932453155518</c:v>
                </c:pt>
                <c:pt idx="593">
                  <c:v>0.1433074027299881</c:v>
                </c:pt>
                <c:pt idx="594">
                  <c:v>0.2215741127729416</c:v>
                </c:pt>
                <c:pt idx="595">
                  <c:v>0.22111351788043976</c:v>
                </c:pt>
                <c:pt idx="596">
                  <c:v>0.13593709468841553</c:v>
                </c:pt>
                <c:pt idx="597">
                  <c:v>0.10981056094169617</c:v>
                </c:pt>
                <c:pt idx="598">
                  <c:v>0.2017502337694168</c:v>
                </c:pt>
                <c:pt idx="599">
                  <c:v>0.3008086383342743</c:v>
                </c:pt>
                <c:pt idx="600">
                  <c:v>0.2705642580986023</c:v>
                </c:pt>
                <c:pt idx="601">
                  <c:v>0.26399075984954834</c:v>
                </c:pt>
                <c:pt idx="602">
                  <c:v>0.22077156603336334</c:v>
                </c:pt>
                <c:pt idx="603">
                  <c:v>0.14293605089187622</c:v>
                </c:pt>
                <c:pt idx="604">
                  <c:v>0.22805409133434296</c:v>
                </c:pt>
                <c:pt idx="605">
                  <c:v>0.08660319447517395</c:v>
                </c:pt>
                <c:pt idx="606">
                  <c:v>0.21695715188980103</c:v>
                </c:pt>
                <c:pt idx="607">
                  <c:v>0.19016364216804504</c:v>
                </c:pt>
                <c:pt idx="608">
                  <c:v>0.22102852165699005</c:v>
                </c:pt>
                <c:pt idx="609">
                  <c:v>0.1780073046684265</c:v>
                </c:pt>
                <c:pt idx="610">
                  <c:v>0.34524795413017273</c:v>
                </c:pt>
                <c:pt idx="611">
                  <c:v>0.18108461797237396</c:v>
                </c:pt>
                <c:pt idx="612">
                  <c:v>0.18614691495895386</c:v>
                </c:pt>
                <c:pt idx="613">
                  <c:v>0.12097463011741638</c:v>
                </c:pt>
                <c:pt idx="614">
                  <c:v>0.17121683061122894</c:v>
                </c:pt>
                <c:pt idx="615">
                  <c:v>0.31033381819725037</c:v>
                </c:pt>
                <c:pt idx="616">
                  <c:v>0.1301112174987793</c:v>
                </c:pt>
                <c:pt idx="617">
                  <c:v>0.25012993812561035</c:v>
                </c:pt>
                <c:pt idx="618">
                  <c:v>0.1381552666425705</c:v>
                </c:pt>
                <c:pt idx="619">
                  <c:v>0.2268684208393097</c:v>
                </c:pt>
                <c:pt idx="620">
                  <c:v>0.23281319439411163</c:v>
                </c:pt>
                <c:pt idx="621">
                  <c:v>0.11725986748933792</c:v>
                </c:pt>
                <c:pt idx="622">
                  <c:v>0.17783071100711823</c:v>
                </c:pt>
                <c:pt idx="623">
                  <c:v>0.1323666274547577</c:v>
                </c:pt>
                <c:pt idx="624">
                  <c:v>0.23544616997241974</c:v>
                </c:pt>
                <c:pt idx="625">
                  <c:v>0.1845456212759018</c:v>
                </c:pt>
                <c:pt idx="626">
                  <c:v>0.21130309998989105</c:v>
                </c:pt>
                <c:pt idx="627">
                  <c:v>0.20585058629512787</c:v>
                </c:pt>
                <c:pt idx="628">
                  <c:v>0.14031697809696198</c:v>
                </c:pt>
                <c:pt idx="629">
                  <c:v>0.22984440624713898</c:v>
                </c:pt>
                <c:pt idx="630">
                  <c:v>0.1250508576631546</c:v>
                </c:pt>
                <c:pt idx="631">
                  <c:v>0.14548805356025696</c:v>
                </c:pt>
                <c:pt idx="632">
                  <c:v>0.1564529985189438</c:v>
                </c:pt>
                <c:pt idx="633">
                  <c:v>0.11008013784885406</c:v>
                </c:pt>
                <c:pt idx="634">
                  <c:v>0.13212183117866516</c:v>
                </c:pt>
                <c:pt idx="635">
                  <c:v>0.18916815519332886</c:v>
                </c:pt>
                <c:pt idx="636">
                  <c:v>0.18331283330917358</c:v>
                </c:pt>
                <c:pt idx="637">
                  <c:v>0.13970206677913666</c:v>
                </c:pt>
                <c:pt idx="638">
                  <c:v>0.22759152948856354</c:v>
                </c:pt>
                <c:pt idx="639">
                  <c:v>0.23240843415260315</c:v>
                </c:pt>
                <c:pt idx="640">
                  <c:v>0.1556304693222046</c:v>
                </c:pt>
                <c:pt idx="641">
                  <c:v>0.18941570818424225</c:v>
                </c:pt>
                <c:pt idx="642">
                  <c:v>0.19702227413654327</c:v>
                </c:pt>
                <c:pt idx="643">
                  <c:v>0.10646086186170578</c:v>
                </c:pt>
                <c:pt idx="644">
                  <c:v>0.11232039332389832</c:v>
                </c:pt>
                <c:pt idx="645">
                  <c:v>0.1812722086906433</c:v>
                </c:pt>
                <c:pt idx="646">
                  <c:v>0.2019037902355194</c:v>
                </c:pt>
                <c:pt idx="647">
                  <c:v>0.18627680838108063</c:v>
                </c:pt>
                <c:pt idx="648">
                  <c:v>0.2237817645072937</c:v>
                </c:pt>
                <c:pt idx="649">
                  <c:v>0.13343599438667297</c:v>
                </c:pt>
                <c:pt idx="650">
                  <c:v>0.11959589272737503</c:v>
                </c:pt>
                <c:pt idx="651">
                  <c:v>0.2495592087507248</c:v>
                </c:pt>
                <c:pt idx="652">
                  <c:v>0.2463512122631073</c:v>
                </c:pt>
                <c:pt idx="653">
                  <c:v>0.20991282165050507</c:v>
                </c:pt>
                <c:pt idx="654">
                  <c:v>0.15637783706188202</c:v>
                </c:pt>
                <c:pt idx="655">
                  <c:v>0.21922171115875244</c:v>
                </c:pt>
                <c:pt idx="656">
                  <c:v>0.13323478400707245</c:v>
                </c:pt>
                <c:pt idx="657">
                  <c:v>0.20650579035282135</c:v>
                </c:pt>
                <c:pt idx="658">
                  <c:v>0.18481792509555817</c:v>
                </c:pt>
                <c:pt idx="659">
                  <c:v>0.2581481337547302</c:v>
                </c:pt>
                <c:pt idx="660">
                  <c:v>0.1804242879152298</c:v>
                </c:pt>
                <c:pt idx="661">
                  <c:v>0.11457498371601105</c:v>
                </c:pt>
                <c:pt idx="662">
                  <c:v>0.11030371487140656</c:v>
                </c:pt>
                <c:pt idx="663">
                  <c:v>0.19207271933555603</c:v>
                </c:pt>
                <c:pt idx="664">
                  <c:v>0.12515035271644592</c:v>
                </c:pt>
                <c:pt idx="665">
                  <c:v>0.09862547367811203</c:v>
                </c:pt>
                <c:pt idx="666">
                  <c:v>0.12606117129325867</c:v>
                </c:pt>
                <c:pt idx="667">
                  <c:v>0.22021743655204773</c:v>
                </c:pt>
                <c:pt idx="668">
                  <c:v>0.14891035854816437</c:v>
                </c:pt>
                <c:pt idx="669">
                  <c:v>0.17534491419792175</c:v>
                </c:pt>
                <c:pt idx="670">
                  <c:v>0.23554982244968414</c:v>
                </c:pt>
                <c:pt idx="671">
                  <c:v>0.17188660800457</c:v>
                </c:pt>
                <c:pt idx="672">
                  <c:v>0.09947685897350311</c:v>
                </c:pt>
                <c:pt idx="673">
                  <c:v>0.17438343167304993</c:v>
                </c:pt>
                <c:pt idx="674">
                  <c:v>0.19851455092430115</c:v>
                </c:pt>
                <c:pt idx="675">
                  <c:v>0.1781708300113678</c:v>
                </c:pt>
                <c:pt idx="676">
                  <c:v>0.19378457963466644</c:v>
                </c:pt>
                <c:pt idx="677">
                  <c:v>0.18329039216041565</c:v>
                </c:pt>
                <c:pt idx="678">
                  <c:v>0.2131529301404953</c:v>
                </c:pt>
                <c:pt idx="679">
                  <c:v>0.17700369656085968</c:v>
                </c:pt>
                <c:pt idx="680">
                  <c:v>0.1179548054933548</c:v>
                </c:pt>
                <c:pt idx="681">
                  <c:v>0.11435254663228989</c:v>
                </c:pt>
                <c:pt idx="682">
                  <c:v>0.11191502213478088</c:v>
                </c:pt>
                <c:pt idx="683">
                  <c:v>0.2806349992752075</c:v>
                </c:pt>
                <c:pt idx="684">
                  <c:v>0.18801328539848328</c:v>
                </c:pt>
                <c:pt idx="685">
                  <c:v>0.13552634418010712</c:v>
                </c:pt>
                <c:pt idx="686">
                  <c:v>0.16832035779953003</c:v>
                </c:pt>
                <c:pt idx="687">
                  <c:v>0.1459900140762329</c:v>
                </c:pt>
                <c:pt idx="688">
                  <c:v>0.12218847125768661</c:v>
                </c:pt>
                <c:pt idx="689">
                  <c:v>0.15409551560878754</c:v>
                </c:pt>
                <c:pt idx="690">
                  <c:v>0.16724781692028046</c:v>
                </c:pt>
                <c:pt idx="691">
                  <c:v>0.25104838609695435</c:v>
                </c:pt>
                <c:pt idx="692">
                  <c:v>0.17300453782081604</c:v>
                </c:pt>
                <c:pt idx="693">
                  <c:v>0.2345251441001892</c:v>
                </c:pt>
                <c:pt idx="694">
                  <c:v>0.18567825853824615</c:v>
                </c:pt>
                <c:pt idx="695">
                  <c:v>0.1853042095899582</c:v>
                </c:pt>
                <c:pt idx="696">
                  <c:v>0.1496664136648178</c:v>
                </c:pt>
                <c:pt idx="697">
                  <c:v>0.17036780714988708</c:v>
                </c:pt>
                <c:pt idx="698">
                  <c:v>0.24808339774608612</c:v>
                </c:pt>
                <c:pt idx="699">
                  <c:v>0.20250996947288513</c:v>
                </c:pt>
                <c:pt idx="700">
                  <c:v>0.09985201805830002</c:v>
                </c:pt>
                <c:pt idx="701">
                  <c:v>0.2414025515317917</c:v>
                </c:pt>
                <c:pt idx="702">
                  <c:v>0.22170336544513702</c:v>
                </c:pt>
                <c:pt idx="703">
                  <c:v>0.1765262484550476</c:v>
                </c:pt>
                <c:pt idx="704">
                  <c:v>0.13481837511062622</c:v>
                </c:pt>
                <c:pt idx="705">
                  <c:v>0.17526964843273163</c:v>
                </c:pt>
                <c:pt idx="706">
                  <c:v>0.12387444823980331</c:v>
                </c:pt>
                <c:pt idx="707">
                  <c:v>0.2068416029214859</c:v>
                </c:pt>
                <c:pt idx="708">
                  <c:v>0.13944189250469208</c:v>
                </c:pt>
                <c:pt idx="709">
                  <c:v>0.14354988932609558</c:v>
                </c:pt>
                <c:pt idx="710">
                  <c:v>0.10355959087610245</c:v>
                </c:pt>
                <c:pt idx="711">
                  <c:v>0.0658784955739975</c:v>
                </c:pt>
                <c:pt idx="712">
                  <c:v>0.1575683057308197</c:v>
                </c:pt>
                <c:pt idx="713">
                  <c:v>0.1278613656759262</c:v>
                </c:pt>
                <c:pt idx="714">
                  <c:v>0.16392526030540466</c:v>
                </c:pt>
                <c:pt idx="715">
                  <c:v>0.2033577710390091</c:v>
                </c:pt>
                <c:pt idx="716">
                  <c:v>0.15878824889659882</c:v>
                </c:pt>
                <c:pt idx="717">
                  <c:v>0.1832413524389267</c:v>
                </c:pt>
                <c:pt idx="718">
                  <c:v>0.22683848440647125</c:v>
                </c:pt>
                <c:pt idx="719">
                  <c:v>0.15726995468139648</c:v>
                </c:pt>
                <c:pt idx="720">
                  <c:v>0.2210904359817505</c:v>
                </c:pt>
                <c:pt idx="721">
                  <c:v>0.2342563271522522</c:v>
                </c:pt>
                <c:pt idx="722">
                  <c:v>0.2407108098268509</c:v>
                </c:pt>
                <c:pt idx="723">
                  <c:v>0.16867046058177948</c:v>
                </c:pt>
                <c:pt idx="724">
                  <c:v>0.17989422380924225</c:v>
                </c:pt>
                <c:pt idx="725">
                  <c:v>0.3868664503097534</c:v>
                </c:pt>
                <c:pt idx="726">
                  <c:v>0.26180022954940796</c:v>
                </c:pt>
                <c:pt idx="727">
                  <c:v>0.1687266081571579</c:v>
                </c:pt>
                <c:pt idx="728">
                  <c:v>0.11428044736385345</c:v>
                </c:pt>
                <c:pt idx="729">
                  <c:v>0.14709113538265228</c:v>
                </c:pt>
                <c:pt idx="730">
                  <c:v>0.14012804627418518</c:v>
                </c:pt>
                <c:pt idx="731">
                  <c:v>0.17708855867385864</c:v>
                </c:pt>
                <c:pt idx="732">
                  <c:v>0.11178967356681824</c:v>
                </c:pt>
                <c:pt idx="733">
                  <c:v>0.1630764901638031</c:v>
                </c:pt>
                <c:pt idx="734">
                  <c:v>0.1507614105939865</c:v>
                </c:pt>
                <c:pt idx="735">
                  <c:v>0.14770254492759705</c:v>
                </c:pt>
                <c:pt idx="736">
                  <c:v>0.16298267245292664</c:v>
                </c:pt>
                <c:pt idx="737">
                  <c:v>0.12092044204473495</c:v>
                </c:pt>
                <c:pt idx="738">
                  <c:v>0.11188411712646484</c:v>
                </c:pt>
                <c:pt idx="739">
                  <c:v>0.19203132390975952</c:v>
                </c:pt>
                <c:pt idx="740">
                  <c:v>0.137241929769516</c:v>
                </c:pt>
                <c:pt idx="741">
                  <c:v>0.1257437914609909</c:v>
                </c:pt>
                <c:pt idx="742">
                  <c:v>0.14947986602783203</c:v>
                </c:pt>
                <c:pt idx="743">
                  <c:v>0.19336989521980286</c:v>
                </c:pt>
                <c:pt idx="744">
                  <c:v>0.22357980906963348</c:v>
                </c:pt>
                <c:pt idx="745">
                  <c:v>0.15144722163677216</c:v>
                </c:pt>
                <c:pt idx="746">
                  <c:v>0.1358606070280075</c:v>
                </c:pt>
                <c:pt idx="747">
                  <c:v>0.15596456825733185</c:v>
                </c:pt>
                <c:pt idx="748">
                  <c:v>0.23635701835155487</c:v>
                </c:pt>
                <c:pt idx="749">
                  <c:v>0.1240394338965416</c:v>
                </c:pt>
                <c:pt idx="750">
                  <c:v>0.148943230509758</c:v>
                </c:pt>
                <c:pt idx="751">
                  <c:v>0.20403257012367249</c:v>
                </c:pt>
                <c:pt idx="752">
                  <c:v>0.15731990337371826</c:v>
                </c:pt>
                <c:pt idx="753">
                  <c:v>0.11358579248189926</c:v>
                </c:pt>
                <c:pt idx="754">
                  <c:v>0.14067892730236053</c:v>
                </c:pt>
                <c:pt idx="755">
                  <c:v>0.11510052531957626</c:v>
                </c:pt>
                <c:pt idx="756">
                  <c:v>0.11246716976165771</c:v>
                </c:pt>
                <c:pt idx="757">
                  <c:v>0.21371419727802277</c:v>
                </c:pt>
                <c:pt idx="758">
                  <c:v>0.15576539933681488</c:v>
                </c:pt>
                <c:pt idx="759">
                  <c:v>0.19829973578453064</c:v>
                </c:pt>
                <c:pt idx="760">
                  <c:v>0.15729625523090363</c:v>
                </c:pt>
                <c:pt idx="761">
                  <c:v>0.1052292138338089</c:v>
                </c:pt>
                <c:pt idx="762">
                  <c:v>0.2417653501033783</c:v>
                </c:pt>
                <c:pt idx="763">
                  <c:v>0.16629689931869507</c:v>
                </c:pt>
                <c:pt idx="764">
                  <c:v>0.11564038693904877</c:v>
                </c:pt>
                <c:pt idx="765">
                  <c:v>0.18490883708000183</c:v>
                </c:pt>
                <c:pt idx="766">
                  <c:v>0.2010008543729782</c:v>
                </c:pt>
                <c:pt idx="767">
                  <c:v>0.1322072297334671</c:v>
                </c:pt>
                <c:pt idx="768">
                  <c:v>0.1262103021144867</c:v>
                </c:pt>
                <c:pt idx="769">
                  <c:v>0.123981773853302</c:v>
                </c:pt>
                <c:pt idx="770">
                  <c:v>0.11742974072694778</c:v>
                </c:pt>
                <c:pt idx="771">
                  <c:v>0.15114593505859375</c:v>
                </c:pt>
                <c:pt idx="772">
                  <c:v>0.09318987280130386</c:v>
                </c:pt>
                <c:pt idx="773">
                  <c:v>0.22916099429130554</c:v>
                </c:pt>
                <c:pt idx="774">
                  <c:v>0.16615064442157745</c:v>
                </c:pt>
                <c:pt idx="775">
                  <c:v>0.17374356091022491</c:v>
                </c:pt>
                <c:pt idx="776">
                  <c:v>0.14998841285705566</c:v>
                </c:pt>
                <c:pt idx="777">
                  <c:v>0.23753006756305695</c:v>
                </c:pt>
                <c:pt idx="778">
                  <c:v>0.19027574360370636</c:v>
                </c:pt>
                <c:pt idx="779">
                  <c:v>0.16086935997009277</c:v>
                </c:pt>
                <c:pt idx="780">
                  <c:v>0.10534653067588806</c:v>
                </c:pt>
                <c:pt idx="781">
                  <c:v>0.13564172387123108</c:v>
                </c:pt>
                <c:pt idx="782">
                  <c:v>0.08567491173744202</c:v>
                </c:pt>
                <c:pt idx="783">
                  <c:v>0.12324560433626175</c:v>
                </c:pt>
                <c:pt idx="784">
                  <c:v>0.12046531587839127</c:v>
                </c:pt>
                <c:pt idx="785">
                  <c:v>0.1003647893667221</c:v>
                </c:pt>
                <c:pt idx="786">
                  <c:v>0.16868869960308075</c:v>
                </c:pt>
                <c:pt idx="787">
                  <c:v>0.11748439073562622</c:v>
                </c:pt>
                <c:pt idx="788">
                  <c:v>0.15754492580890656</c:v>
                </c:pt>
                <c:pt idx="789">
                  <c:v>0.1575847715139389</c:v>
                </c:pt>
                <c:pt idx="790">
                  <c:v>0.22542136907577515</c:v>
                </c:pt>
                <c:pt idx="791">
                  <c:v>0.15225854516029358</c:v>
                </c:pt>
                <c:pt idx="792">
                  <c:v>0.19497109949588776</c:v>
                </c:pt>
                <c:pt idx="793">
                  <c:v>0.19085170328617096</c:v>
                </c:pt>
                <c:pt idx="794">
                  <c:v>0.20868024230003357</c:v>
                </c:pt>
                <c:pt idx="795">
                  <c:v>0.13812029361724854</c:v>
                </c:pt>
                <c:pt idx="796">
                  <c:v>0.16949884593486786</c:v>
                </c:pt>
                <c:pt idx="797">
                  <c:v>0.2044917643070221</c:v>
                </c:pt>
                <c:pt idx="798">
                  <c:v>0.15548019111156464</c:v>
                </c:pt>
                <c:pt idx="799">
                  <c:v>0.12380636483430862</c:v>
                </c:pt>
                <c:pt idx="800">
                  <c:v>0.08329392969608307</c:v>
                </c:pt>
                <c:pt idx="801">
                  <c:v>0.08460735529661179</c:v>
                </c:pt>
                <c:pt idx="802">
                  <c:v>0.13090644776821136</c:v>
                </c:pt>
                <c:pt idx="803">
                  <c:v>0.20683790743350983</c:v>
                </c:pt>
                <c:pt idx="804">
                  <c:v>0.11121328175067902</c:v>
                </c:pt>
                <c:pt idx="805">
                  <c:v>0.12624286115169525</c:v>
                </c:pt>
                <c:pt idx="806">
                  <c:v>0.0895906388759613</c:v>
                </c:pt>
                <c:pt idx="807">
                  <c:v>0.2253519892692566</c:v>
                </c:pt>
                <c:pt idx="808">
                  <c:v>0.17940567433834076</c:v>
                </c:pt>
                <c:pt idx="809">
                  <c:v>0.07996561378240585</c:v>
                </c:pt>
                <c:pt idx="810">
                  <c:v>0.189018115401268</c:v>
                </c:pt>
                <c:pt idx="811">
                  <c:v>0.1335904896259308</c:v>
                </c:pt>
                <c:pt idx="812">
                  <c:v>0.21922224760055542</c:v>
                </c:pt>
                <c:pt idx="813">
                  <c:v>0.15148010849952698</c:v>
                </c:pt>
                <c:pt idx="814">
                  <c:v>0.19537022709846497</c:v>
                </c:pt>
                <c:pt idx="815">
                  <c:v>0.08865616470575333</c:v>
                </c:pt>
                <c:pt idx="816">
                  <c:v>0.1848839968442917</c:v>
                </c:pt>
                <c:pt idx="817">
                  <c:v>0.1467745006084442</c:v>
                </c:pt>
                <c:pt idx="818">
                  <c:v>0.12567280232906342</c:v>
                </c:pt>
                <c:pt idx="819">
                  <c:v>0.19903381168842316</c:v>
                </c:pt>
                <c:pt idx="820">
                  <c:v>0.07323077321052551</c:v>
                </c:pt>
                <c:pt idx="821">
                  <c:v>0.24006646871566772</c:v>
                </c:pt>
                <c:pt idx="822">
                  <c:v>0.20741675794124603</c:v>
                </c:pt>
                <c:pt idx="823">
                  <c:v>0.10210207849740982</c:v>
                </c:pt>
                <c:pt idx="824">
                  <c:v>0.16982506215572357</c:v>
                </c:pt>
                <c:pt idx="825">
                  <c:v>0.15142802894115448</c:v>
                </c:pt>
                <c:pt idx="826">
                  <c:v>0.12802299857139587</c:v>
                </c:pt>
                <c:pt idx="827">
                  <c:v>0.15648290514945984</c:v>
                </c:pt>
                <c:pt idx="828">
                  <c:v>0.20399627089500427</c:v>
                </c:pt>
                <c:pt idx="829">
                  <c:v>0.2082064300775528</c:v>
                </c:pt>
                <c:pt idx="830">
                  <c:v>0.1236405000090599</c:v>
                </c:pt>
                <c:pt idx="831">
                  <c:v>0.09194966405630112</c:v>
                </c:pt>
                <c:pt idx="832">
                  <c:v>0.1202397570014</c:v>
                </c:pt>
                <c:pt idx="833">
                  <c:v>0.09357631951570511</c:v>
                </c:pt>
                <c:pt idx="834">
                  <c:v>0.1314290165901184</c:v>
                </c:pt>
                <c:pt idx="835">
                  <c:v>0.12117260694503784</c:v>
                </c:pt>
                <c:pt idx="836">
                  <c:v>0.13814537227153778</c:v>
                </c:pt>
                <c:pt idx="837">
                  <c:v>0.12370985746383667</c:v>
                </c:pt>
                <c:pt idx="838">
                  <c:v>0.12767809629440308</c:v>
                </c:pt>
                <c:pt idx="839">
                  <c:v>0.17301587760448456</c:v>
                </c:pt>
                <c:pt idx="840">
                  <c:v>0.21846970915794373</c:v>
                </c:pt>
                <c:pt idx="841">
                  <c:v>0.12694650888442993</c:v>
                </c:pt>
                <c:pt idx="842">
                  <c:v>0.16521547734737396</c:v>
                </c:pt>
                <c:pt idx="843">
                  <c:v>0.18350718915462494</c:v>
                </c:pt>
                <c:pt idx="844">
                  <c:v>0.09903409332036972</c:v>
                </c:pt>
                <c:pt idx="845">
                  <c:v>0.16610947251319885</c:v>
                </c:pt>
                <c:pt idx="846">
                  <c:v>0.09267076104879379</c:v>
                </c:pt>
                <c:pt idx="847">
                  <c:v>0.1538463830947876</c:v>
                </c:pt>
                <c:pt idx="848">
                  <c:v>0.1373234987258911</c:v>
                </c:pt>
                <c:pt idx="849">
                  <c:v>0.1268744170665741</c:v>
                </c:pt>
                <c:pt idx="850">
                  <c:v>0.11324644833803177</c:v>
                </c:pt>
                <c:pt idx="851">
                  <c:v>0.11643791943788528</c:v>
                </c:pt>
                <c:pt idx="852">
                  <c:v>0.09462137520313263</c:v>
                </c:pt>
                <c:pt idx="853">
                  <c:v>0.29908400774002075</c:v>
                </c:pt>
                <c:pt idx="854">
                  <c:v>0.19710858166217804</c:v>
                </c:pt>
                <c:pt idx="855">
                  <c:v>0.20218537747859955</c:v>
                </c:pt>
                <c:pt idx="856">
                  <c:v>0.09858923405408859</c:v>
                </c:pt>
                <c:pt idx="857">
                  <c:v>0.16102346777915955</c:v>
                </c:pt>
                <c:pt idx="858">
                  <c:v>0.1656493842601776</c:v>
                </c:pt>
                <c:pt idx="859">
                  <c:v>0.1411982774734497</c:v>
                </c:pt>
                <c:pt idx="860">
                  <c:v>0.21680201590061188</c:v>
                </c:pt>
                <c:pt idx="861">
                  <c:v>0.10871195793151855</c:v>
                </c:pt>
                <c:pt idx="862">
                  <c:v>0.14604023098945618</c:v>
                </c:pt>
                <c:pt idx="863">
                  <c:v>0.1502097100019455</c:v>
                </c:pt>
                <c:pt idx="864">
                  <c:v>0.1369536817073822</c:v>
                </c:pt>
                <c:pt idx="865">
                  <c:v>0.16625605523586273</c:v>
                </c:pt>
                <c:pt idx="866">
                  <c:v>0.25614356994628906</c:v>
                </c:pt>
                <c:pt idx="867">
                  <c:v>0.13731592893600464</c:v>
                </c:pt>
                <c:pt idx="868">
                  <c:v>0.08967974036931992</c:v>
                </c:pt>
                <c:pt idx="869">
                  <c:v>0.13937070965766907</c:v>
                </c:pt>
                <c:pt idx="870">
                  <c:v>0.12927421927452087</c:v>
                </c:pt>
                <c:pt idx="871">
                  <c:v>0.10476414859294891</c:v>
                </c:pt>
                <c:pt idx="872">
                  <c:v>0.1821821630001068</c:v>
                </c:pt>
                <c:pt idx="873">
                  <c:v>0.1864905059337616</c:v>
                </c:pt>
                <c:pt idx="874">
                  <c:v>0.14718623459339142</c:v>
                </c:pt>
                <c:pt idx="875">
                  <c:v>0.12718255817890167</c:v>
                </c:pt>
                <c:pt idx="876">
                  <c:v>0.12111411243677139</c:v>
                </c:pt>
                <c:pt idx="877">
                  <c:v>0.17596372961997986</c:v>
                </c:pt>
                <c:pt idx="878">
                  <c:v>0.11196721345186234</c:v>
                </c:pt>
                <c:pt idx="879">
                  <c:v>0.23547235131263733</c:v>
                </c:pt>
                <c:pt idx="880">
                  <c:v>0.16834218800067902</c:v>
                </c:pt>
                <c:pt idx="881">
                  <c:v>0.11646148562431335</c:v>
                </c:pt>
                <c:pt idx="882">
                  <c:v>0.17496763169765472</c:v>
                </c:pt>
                <c:pt idx="883">
                  <c:v>0.10289894789457321</c:v>
                </c:pt>
                <c:pt idx="884">
                  <c:v>0.16748037934303284</c:v>
                </c:pt>
                <c:pt idx="885">
                  <c:v>0.14452560245990753</c:v>
                </c:pt>
                <c:pt idx="886">
                  <c:v>0.1094358041882515</c:v>
                </c:pt>
                <c:pt idx="887">
                  <c:v>0.2608073651790619</c:v>
                </c:pt>
                <c:pt idx="888">
                  <c:v>0.14710429310798645</c:v>
                </c:pt>
                <c:pt idx="889">
                  <c:v>0.09932161122560501</c:v>
                </c:pt>
                <c:pt idx="890">
                  <c:v>0.08978988975286484</c:v>
                </c:pt>
                <c:pt idx="891">
                  <c:v>0.11888644099235535</c:v>
                </c:pt>
                <c:pt idx="892">
                  <c:v>0.11587947607040405</c:v>
                </c:pt>
                <c:pt idx="893">
                  <c:v>0.1231241524219513</c:v>
                </c:pt>
                <c:pt idx="894">
                  <c:v>0.16842296719551086</c:v>
                </c:pt>
                <c:pt idx="895">
                  <c:v>0.18851307034492493</c:v>
                </c:pt>
                <c:pt idx="896">
                  <c:v>0.13403233885765076</c:v>
                </c:pt>
                <c:pt idx="897">
                  <c:v>0.17478205263614655</c:v>
                </c:pt>
                <c:pt idx="898">
                  <c:v>0.13680222630500793</c:v>
                </c:pt>
                <c:pt idx="899">
                  <c:v>0.13675625622272491</c:v>
                </c:pt>
                <c:pt idx="900">
                  <c:v>0.17028792202472687</c:v>
                </c:pt>
                <c:pt idx="901">
                  <c:v>0.1191297173500061</c:v>
                </c:pt>
                <c:pt idx="902">
                  <c:v>0.1266150325536728</c:v>
                </c:pt>
                <c:pt idx="903">
                  <c:v>0.17244860529899597</c:v>
                </c:pt>
                <c:pt idx="904">
                  <c:v>0.15434980392456055</c:v>
                </c:pt>
                <c:pt idx="905">
                  <c:v>0.08769280463457108</c:v>
                </c:pt>
                <c:pt idx="906">
                  <c:v>0.14323635399341583</c:v>
                </c:pt>
                <c:pt idx="907">
                  <c:v>0.2005356103181839</c:v>
                </c:pt>
                <c:pt idx="908">
                  <c:v>0.17507348954677582</c:v>
                </c:pt>
                <c:pt idx="909">
                  <c:v>0.16653995215892792</c:v>
                </c:pt>
                <c:pt idx="910">
                  <c:v>0.1552029252052307</c:v>
                </c:pt>
                <c:pt idx="911">
                  <c:v>0.12163981795310974</c:v>
                </c:pt>
                <c:pt idx="912">
                  <c:v>0.11395047605037689</c:v>
                </c:pt>
                <c:pt idx="913">
                  <c:v>0.08717700839042664</c:v>
                </c:pt>
                <c:pt idx="914">
                  <c:v>0.19188453257083893</c:v>
                </c:pt>
                <c:pt idx="915">
                  <c:v>0.15364578366279602</c:v>
                </c:pt>
                <c:pt idx="916">
                  <c:v>0.21374431252479553</c:v>
                </c:pt>
                <c:pt idx="917">
                  <c:v>0.11880800127983093</c:v>
                </c:pt>
                <c:pt idx="918">
                  <c:v>0.16839691996574402</c:v>
                </c:pt>
                <c:pt idx="919">
                  <c:v>0.18261457979679108</c:v>
                </c:pt>
                <c:pt idx="920">
                  <c:v>0.15201006829738617</c:v>
                </c:pt>
                <c:pt idx="921">
                  <c:v>0.2635347545146942</c:v>
                </c:pt>
                <c:pt idx="922">
                  <c:v>0.2373822182416916</c:v>
                </c:pt>
                <c:pt idx="923">
                  <c:v>0.10296139866113663</c:v>
                </c:pt>
                <c:pt idx="924">
                  <c:v>0.22403079271316528</c:v>
                </c:pt>
                <c:pt idx="925">
                  <c:v>0.22880500555038452</c:v>
                </c:pt>
                <c:pt idx="926">
                  <c:v>0.09624726325273514</c:v>
                </c:pt>
                <c:pt idx="927">
                  <c:v>0.19656389951705933</c:v>
                </c:pt>
                <c:pt idx="928">
                  <c:v>0.2079269289970398</c:v>
                </c:pt>
                <c:pt idx="929">
                  <c:v>0.18029776215553284</c:v>
                </c:pt>
                <c:pt idx="930">
                  <c:v>0.13543443381786346</c:v>
                </c:pt>
                <c:pt idx="931">
                  <c:v>0.15584522485733032</c:v>
                </c:pt>
                <c:pt idx="932">
                  <c:v>0.1869412511587143</c:v>
                </c:pt>
                <c:pt idx="933">
                  <c:v>0.15403997898101807</c:v>
                </c:pt>
                <c:pt idx="934">
                  <c:v>0.2134428471326828</c:v>
                </c:pt>
                <c:pt idx="935">
                  <c:v>0.19344133138656616</c:v>
                </c:pt>
                <c:pt idx="936">
                  <c:v>0.12264776974916458</c:v>
                </c:pt>
                <c:pt idx="937">
                  <c:v>0.07672736048698425</c:v>
                </c:pt>
                <c:pt idx="938">
                  <c:v>0.0923934057354927</c:v>
                </c:pt>
                <c:pt idx="939">
                  <c:v>0.14710205793380737</c:v>
                </c:pt>
                <c:pt idx="940">
                  <c:v>0.15710507333278656</c:v>
                </c:pt>
                <c:pt idx="941">
                  <c:v>0.18393060564994812</c:v>
                </c:pt>
                <c:pt idx="942">
                  <c:v>0.11110661178827286</c:v>
                </c:pt>
                <c:pt idx="943">
                  <c:v>0.07274480164051056</c:v>
                </c:pt>
                <c:pt idx="944">
                  <c:v>0.10628055036067963</c:v>
                </c:pt>
                <c:pt idx="945">
                  <c:v>0.1767978072166443</c:v>
                </c:pt>
                <c:pt idx="946">
                  <c:v>0.1120787262916565</c:v>
                </c:pt>
                <c:pt idx="947">
                  <c:v>0.1141672134399414</c:v>
                </c:pt>
                <c:pt idx="948">
                  <c:v>0.13190695643424988</c:v>
                </c:pt>
                <c:pt idx="949">
                  <c:v>0.12788669764995575</c:v>
                </c:pt>
                <c:pt idx="950">
                  <c:v>0.1589680016040802</c:v>
                </c:pt>
                <c:pt idx="951">
                  <c:v>0.10114524513483047</c:v>
                </c:pt>
                <c:pt idx="952">
                  <c:v>0.1547435075044632</c:v>
                </c:pt>
                <c:pt idx="953">
                  <c:v>0.1834164708852768</c:v>
                </c:pt>
                <c:pt idx="954">
                  <c:v>0.17324402928352356</c:v>
                </c:pt>
                <c:pt idx="955">
                  <c:v>0.1232437938451767</c:v>
                </c:pt>
                <c:pt idx="956">
                  <c:v>0.12411762773990631</c:v>
                </c:pt>
                <c:pt idx="957">
                  <c:v>0.19211341440677643</c:v>
                </c:pt>
                <c:pt idx="958">
                  <c:v>0.08264293521642685</c:v>
                </c:pt>
                <c:pt idx="959">
                  <c:v>0.1115233451128006</c:v>
                </c:pt>
                <c:pt idx="960">
                  <c:v>0.1418338268995285</c:v>
                </c:pt>
                <c:pt idx="961">
                  <c:v>0.13142751157283783</c:v>
                </c:pt>
                <c:pt idx="962">
                  <c:v>0.12191621214151382</c:v>
                </c:pt>
                <c:pt idx="963">
                  <c:v>0.0780905932188034</c:v>
                </c:pt>
                <c:pt idx="964">
                  <c:v>0.13901877403259277</c:v>
                </c:pt>
                <c:pt idx="965">
                  <c:v>0.12160814553499222</c:v>
                </c:pt>
                <c:pt idx="966">
                  <c:v>0.1905396580696106</c:v>
                </c:pt>
                <c:pt idx="967">
                  <c:v>0.1161857396364212</c:v>
                </c:pt>
                <c:pt idx="968">
                  <c:v>0.14575856924057007</c:v>
                </c:pt>
                <c:pt idx="969">
                  <c:v>0.11591655761003494</c:v>
                </c:pt>
                <c:pt idx="970">
                  <c:v>0.09900953620672226</c:v>
                </c:pt>
                <c:pt idx="971">
                  <c:v>0.18627062439918518</c:v>
                </c:pt>
                <c:pt idx="972">
                  <c:v>0.09381090849637985</c:v>
                </c:pt>
                <c:pt idx="973">
                  <c:v>0.0898541733622551</c:v>
                </c:pt>
                <c:pt idx="974">
                  <c:v>0.12508206069469452</c:v>
                </c:pt>
                <c:pt idx="975">
                  <c:v>0.29600346088409424</c:v>
                </c:pt>
                <c:pt idx="976">
                  <c:v>0.13591858744621277</c:v>
                </c:pt>
                <c:pt idx="977">
                  <c:v>0.12823863327503204</c:v>
                </c:pt>
                <c:pt idx="978">
                  <c:v>0.1763170212507248</c:v>
                </c:pt>
                <c:pt idx="979">
                  <c:v>0.18012194335460663</c:v>
                </c:pt>
                <c:pt idx="980">
                  <c:v>0.10685357451438904</c:v>
                </c:pt>
                <c:pt idx="981">
                  <c:v>0.10203547775745392</c:v>
                </c:pt>
                <c:pt idx="982">
                  <c:v>0.1620059609413147</c:v>
                </c:pt>
                <c:pt idx="983">
                  <c:v>0.1301310509443283</c:v>
                </c:pt>
                <c:pt idx="984">
                  <c:v>0.11165252327919006</c:v>
                </c:pt>
                <c:pt idx="985">
                  <c:v>0.18997088074684143</c:v>
                </c:pt>
                <c:pt idx="986">
                  <c:v>0.14456398785114288</c:v>
                </c:pt>
                <c:pt idx="987">
                  <c:v>0.07906170934438705</c:v>
                </c:pt>
                <c:pt idx="988">
                  <c:v>0.18047861754894257</c:v>
                </c:pt>
                <c:pt idx="989">
                  <c:v>0.10221348702907562</c:v>
                </c:pt>
                <c:pt idx="990">
                  <c:v>0.11540541052818298</c:v>
                </c:pt>
                <c:pt idx="991">
                  <c:v>0.14737558364868164</c:v>
                </c:pt>
                <c:pt idx="992">
                  <c:v>0.20783455669879913</c:v>
                </c:pt>
                <c:pt idx="993">
                  <c:v>0.10216942429542542</c:v>
                </c:pt>
                <c:pt idx="994">
                  <c:v>0.13260029256343842</c:v>
                </c:pt>
                <c:pt idx="995">
                  <c:v>0.20002038776874542</c:v>
                </c:pt>
                <c:pt idx="996">
                  <c:v>0.22297325730323792</c:v>
                </c:pt>
                <c:pt idx="997">
                  <c:v>0.16058626770973206</c:v>
                </c:pt>
                <c:pt idx="998">
                  <c:v>0.09324131160974503</c:v>
                </c:pt>
                <c:pt idx="999">
                  <c:v>0.13742783665657043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5E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00000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讲稿:各位好。今天汇报我们在 starVLA QwenPI 训练上的性能优化工作:8 张 H200 上,把每步训练时间从 800 毫秒压到 306 毫秒。整个过程的方法论只有一句话——先用 nsys 找到问题,再针对问题做修复,每一步都有同机 A/B 数据。今天所有数字,大家都可以拿我们公开的 nsys trace 复核。
Q: 测试环境是什么? A: 单节点 8x H200 SXM、全 NVLink 互联,DeepSpeed ZeRO-2 全参数微调,数据是 LIBERO;软件栈稍后第 4 页详述。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讲稿:流程很简单:先给结果,然后花一分钟对齐模型和负载,重点在中间两段——我们诊断出了哪些问题、每个问题怎么修的;最后讲还剩下什么、下一步怎么走。中间任何一页都欢迎随时打断提问。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讲稿:四个数:步时 800 到 306 毫秒,2.6 倍;吞吐从交接时的 80 到 209 samples/node/s,超过 200 的目标线;MFU 从 7.2% 到 18.8%;batch 24 时吞吐 309,是目标的 1.5 倍。特别说明口径:我们的「步时」是步间周期——包含了步尾参数 AllGather 的排空,不是只算前反向的窗口;并且用 1000 步不带 profiler 的干净跑验证过,稳态 303 到 313 毫秒。
Q: 你们之前沟通提过 249ms,为什么现在是 306? A: 我们自己发现并修正了口径问题:免同步日志优化之后,训练器的 in-step 计时器漏掉了步间约 57ms 的 AllGather 排空。249 是计时器窗口,306 是真实步间周期——你们用 nsys 量到的会是 306。宁可数字难看一点,也要经得起复核。
Q: 209 离 200 目标太近了? A: 两个答案:batch 24 是 309,余量充足;bs8 下最大的单块损耗就是那 57ms 的 AllGather 暴露,最后一页有把它重叠掉的方案,修复后 bs8 预期回到 250 左右。
Q: MFU 18.8% 是不是太低? A: 分母用的是 H200 纸面 989.5 TFLOPS;这台机器 GEMM 的持续上限实测只有 622(功耗墙),所以 kernel 层面其实已经接近打满,详见最后一页的 kernel 分布。bs24 时 MFU 27.7%。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讲稿:对齐一下负载。7.52B 参数全部参与训练:Qwen3.5-VL 4B 做主干——注意它的 decoder 是 32 层混合结构,全注意力和 gated-delta-net 线性注意力交替,这个细节在讲 CUDA Graph 时会变得很重要;动作专家是 2.96B 的 cross-attention DiT,深度和宽度跟随 VLM(32 块、hidden 2560),逐层交叉注意 VLM 的 hidden states。右边是训练配置,重点:ZeRO-2、bs 8 到 24、文本定长 192。
Q: 为什么用 ZeRO-2 而不是 ZeRO-3 或 FSDP? A: 这是与你们对齐的基线选型,本次优化不改训练语义。但优化到今天,ZeRO-2 无法重叠参数 AllGather 已成为第一大结构性损耗,最后一页我们正是建议评估 FSDP 或改造 ZeRO-2。
Q: 文本定长 192 对真实数据成立吗?更长指令怎么办? A: pad 长度是配置项;当前数据分布下 192 覆盖良好、padding 开销实测很小。若上更长指令,按长度分桶、每桶各自捕获一张图即可,方案现成。
Q: transformers 为什么停在 5.3? A: 有意不动——与你们的环境钉板对齐。我们所有优化都绕开了升级需求,包括一个 5.3 特有的 hidden-states 捕获兼容问题。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讲稿:这是基线的一个真实训练步,807 毫秒,全部按 GPU 执行时钟画。上面两行:模型阶段和模块归属——前向 309 里 Qwen3.5 占 148、DiT 占 124,反向里 DiT 234、Qwen3.5 175。下面泳道是真实 kernel。五个可见的问题,每个都标了修复方案和收益:fp32 的动作头、CPU 在 forward 里做预处理、每步同步点、发射瓶颈、通信配置。这一页是整个 deck 的地图,后面每页修一个。
Q: 为什么 CPU 侧 forward 只有 225ms,这里画 309? A: eager 下 CPU 发射超前于 GPU 执行:forward 函数在 225ms 返回,但 GPU 队列里的 DiT 前向 kernel 一直执行到 309。所以本图统一用 GPU 执行时钟,kernel 按发射窗口归属——两行的边界才能严格对齐,你们用 correlationId 关联可以复算。
Q: Qwen3.5 反向为什么不是前向的两倍? A: 按 GPU busy 恰好是 2.46 倍,符合理论(纯 GEMM 是 1.94)。墙钟跨度只有 1.18 倍,是因为前向发射饥饿——占空比 34% 对反向的 70%,Python 逐层发射喂不饱 GPU。这正是第 10 页的主题。
Q: 13,868 个 kernel 怎么来的? A: eager 模式每个算子独立发射,中位 kernel 只有 8 微秒;79% 不到 20 微秒。发射成本反而成了主导,这是 CUDA Graph 的动机。
全场定调(可在这一页点出):这是开销主导的负载,不是计算或注意力主导。序列很短(LLM 192、DiT ~80),所以 O(seq²) 的 attention 只占计算 6%(理论 seq/hidden≈8%),主导的是 O(seq) 的稠密线性层(投影+FFN,47%)且已饱和;每步 GEMM busy 只 95ms、占一步 306ms 的 31%,其余 69% 是发射/同步/通信。推论:优化开销(CUDA Graph/免同步/ZeRO-2),不碰 attention(全 FA2 更慢、FlashQLA 天花板 10.5ms 的根因),不写自定义 GEMM(已饱和);剩 fp8(功耗墙)与重叠 AllGather 两个杠杆。序列/batch 增大 → 向 compute-bound 迁移 → fp8 接棒(P13 的 MFU 18.8%→27.7% 已在演示)。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讲稿:优化路线图,柱子是每级落地后的真实步时——注意是周期口径,包含 AllGather 排空。六级:bf16 动作头单项最大,-214;流水线与同步点 -104(其中环境升级折算 -37);混合注意力 -32;CUDA Graph -122;通信调优 -22。累计 2.6 倍。每一根柱子都是同一台机器上的独立 60 步实测,不是估算叠加。
Q: 为什么不标每项的增量? A: 柱子的差就是增量;我们刻意展示绝对时间,因为那才是你们真实感受到的训练速度。
Q: 顺序可以变吗?能只挑其中几项吗? A: 大部分独立可选,但有依赖:CUDA Graph 需要定长 shape(来自流水线级的 pad-192)和 torch 2.7.1;混合注意力需要 flash-attn 2.8。想分阶段合入的话,我们可以给依赖图。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讲稿:最大单项。左图:基线 37% 的 GPU 计算是 fp32 GEMM,全部来自 2.96B 的动作头。先澄清事实:权重存储本来就是 bf16(DeepSpeed bf16 引擎),fp32 只在优化器 master 副本里;基线的 fp32 计算来自一个作用域过宽的 autocast(float32) 上下文。我们的修复就是收窄它。
精度边界:转 bf16 的只有 DiT transformer 那一次调用(32 block 的矩阵乘,前反向,tensor core 上 fp32 累加)。保留 fp32:flow-matching 标量数学(噪声插值/velocity/timestep)、action-state encoder、action_decoder、MSE loss、DiT 内 LayerNorm(白名单)、TimestepEncoder、优化器 fp32 master 与 grad-norm。
结果:训练 loss 无可测退化——1000 步对照,末段百步均值 0.1473 vs 0.1473;末段逐步差 std 0.014,仅为曲线自身步间波动 0.080 的 0.4 倍,精度差异淹没在采样噪声之下。
Q: loss 一致不代表任务成功率一致? A: 同意,任务级评测在你们评测器上做,建议联合验证;我们的证据是千步轨迹统计不可区分 + 数值敏感处全保 fp32,与业界通行做法一致。
Q: 为什么当初是 fp32?收窄合理吗? A: 权重本就 bf16 存储,外层 fp32 从未保护权重精度,两倍 GEMM 代价只买到激活精度。收窄用 autocast 标准嵌套机制(内层覆盖外层、白名单仍 fp32),与 VLM 主干既有跑法一致,是 AMP/Megatron/DeepSpeed 标准配方。
Q: 前 200 步曲线有偏差? A: 扩散采样未固定种子,陡降段对抽到的 t 敏感;平稳段偏移严格归零(401-600 与 901-1000 的均值差均为 0.0000)。要逐位验证可加固定采样种子模式。
可行性:bf16 与 fp32 指数位相同(无溢出、无需 loss scaling);GEMM 在 tensor core 上 fp32 累加;优化器 fp32 master;归约/LN/loss 走 autocast 白名单 fp32。业界:BLOOM/Llama 3/Megatron/DeepSpeed 均以 bf16 为标准训练精度,OpenVLA 等 VLA 实现默认 bf16 微调;本仓库 VLM 主干本就全程 bf16。
参考:Micikevicius et al. ICLR18 (arXiv:1710.03740);Kalamkar et al. (1905.12322);BLOOM (2211.05100) / OPT (2205.01068);Llama 3 (2407.21783);PyTorch AMP 与 NVIDIA Mixed Precision 指南;OpenVLA (2406.09246)。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讲稿:第二类问题:同步点。上图是前向的计算流,四条虚线都是 GPU 必须等 CPU 的往返:图像解码和 tokenize 在 forward 里做,每步开头 GPU 干等 37 毫秒;ViT 的 RoPE 和位置编码在 CPU 上逐步算;ViT 到 decoder 之间的 MRoPE 位置索引也在 CPU;最后 loss 读回和计时器每步两次拉停发射流水线。下面时间线标了它们在真实步里的位置。
Q: 这些是 HuggingFace 的 bug 吗? A: 不是 bug,是通用性设计——HF 要兼容任意输入形状和推理路径,所以在 CPU 上算这些最稳妥。但训练热循环里输入形状固定,这些就成了纯开销,可以预计算或缓存。
Q: MRoPE 是干嘛的?为什么是同步点? A: MRoPE 是 Qwen-VL 的多模态位置编码(arXiv:2409.12191):给每个 token 一个 3D 位置 (t,h,w)——文本三坐标一起走,视觉 token 的 h/w 编码 patch 在图像 2D 网格里的行列,让 decoder 理解视觉 token 的空间结构和视频时序。它只取决于序列结构(image_grid_thw + 图/文布局 + mask),与像素内容无关;HF 用 Python 循环算含每图 .item() 读回(~13ms 同步)。我们图像尺寸固定、pad-192 → 每步位置 id 一样 → 按 grid 缓存只算一次(用 HF 自己的 compute_3d_position_ids,语义零风险,STARVLA_CHECK_POSIDS 逐位校验)。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讲稿:对应的四个修复:预处理搬进 8 个 DataLoader worker,和上一步 GPU 计算完全重叠;H2D 用锁页内存加专用拷贝流;日志免同步——loss 只在记录时读回、DeepSpeed 计时器不做强制同步;MRoPE 位置索引按图像网格缓存。加上混合注意力,这一段合计周期从 549 降到 450。
Q: 标题是 -67,之前不是说这级省了 117 吗? A: 117 是 in-step 计时器口径。把同步点移出计时窗口的同时,原本藏在窗口里的 AllGather 排空也被移出去了,按诚实的周期口径这级净赚 67。我们主动把两个口径都讲清楚。
Q: 8 个 worker 会不会抢 CPU?数据顺序会变吗? A: 预处理后 data_times 稳定在 1-2ms,CPU 有富余;采样器和数据顺序完全不变,只是预处理的执行位置变了,有逐位验证。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讲稿:进入 CUDA Graph 之前,先看动机。同样的数学,Qwen3.5 前向在基线要 148 毫秒墙钟,其中 GPU 真正在算的只有 50 毫秒——三分之二在等 CPU 发射:3,929 次 kernel launch,每个 op 的 Python 调度加发射要 30 到 60 微秒,而 kernel 中位只有 8 微秒。优化后:6 次 graph launch 替代几千次发射,墙钟 65 毫秒,快 2.3 倍。
Q: 优化后占空比也才 57%? A: 剩余间隙是图之间的 eager 胶水——多模态 merge、embedding 等,以及本页只看前向的窗口效应;整步的 GPU 空闲从 205ms 降到了 43ms。继续压胶水收益递减,所以下一步的优先级给了 AllGather。
Q: 为什么反向问题不大? A: 反向由 autograd 引擎在 C++ 里发射,没有 Python 逐层开销,占空比本来就有 70%。所以我们只对前向做图,反向图是 reduce-overhead 顺带的。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讲稿:CUDA Graph 的设计。左边:vision tower 一张图,32 层 decoder 分四张图,DiT 走 torch.compile。客户最常问的问题——为什么是四张不是一张?右图就是答案:DeepSpeed 的梯度 AllReduce 靠 hook 触发,而 hook 只能在图与图之间执行。四张图,反向每重放完一组,hook 就把该组梯度的 AllReduce 发出去,通信和计算重叠;一张大图,所有通信只能挤在反向结束后串行——同样的计算和字节,红线(步结束)明显更晚。
Q: 模型结构改了,图要重做吗?维护成本多大? A: 捕获在训练启动时自动完成,分组 runner 对层列表是通用的,改层数不用改代码;换注意力结构则需要回归验证。我们还保留了逐层 compile 模式作为回退。
Q: 为什么每组 8 层? A: 实测甜点:发射节省在组大小 8 就饱和了,更大的组只增加编译时间和故障影响面。
Q: 一张大图真的不行吗? A: 除了重叠问题,技术上也过不去——线性注意力库的 graph-break 会把单图切成共享显存池的多个分区,和 ZeRO-2 hook 的显存分配冲突,在 torch 2.6 和 2.7.1 上都稳定崩溃。细节可以会后展开。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讲稿:通信两个旋钮。旋钮一 reduce_scatter=false:关键事实——DeepSpeed 默认的 reduce_scatter=true 底层其实仍是整桶 all_reduce(allreduce_bucket L1521,rank=None→dist.all_reduce),只是多付了每桶的 flatten(诊断页那 22ms CatArrayBatchedCopy)和 copy-back;false 对本就连续的桶直接一次 all_reduce,字节完全不变、纯省两轮拷贝(−13ms)。旋钮二桶大小:只有两个梯度缓冲,每次桶满计算流要等上次 reduction 排空(L2055 双缓冲 + L1061-62 wait_stream)。真实对照:5e8 打断 15 次/47ms,1.5e9 只有 8 次/27ms。
Q(最尖锐): all_reduce 不就是 reduce-scatter + all-gather 吗?那 reduce_scatter=true 该省一半字节才对? A: 理论完全对——纯 reduce-scatter 跳过 all-gather 段、只搬一半字节,正是 ZeRO-2 该用的。但陷阱在于:DeepSpeed 默认的 reduce_scatter=true(use_multi_rank_bucket_allreduce=True,构造默认 L120)底层调的是 dist.all_reduce,不是真 reduce-scatter,搬满量字节还加重排——所以关掉它是纯赚,不是权衡。真正的 reduce-scatter 在另一条子路径(use_multi_rank=false → allreduce_no_retain → dist.reduce 逐分片)。
Q: 那真 reduce-scatter 为什么不用?多节点呢? A: 我们测过真 RS 路径在单机反而更慢:NVLink 上梯度通信与反向计算重叠、非带宽瓶颈(478 GB/s 已到顶但被藏住),砍一半字节几乎不缩短暴露时间,而它碎成很多小 dist.reduce 且照样 flatten。多节点上通信暴露且带宽受限,砍字节才真正值钱——但正确做法是上真正实现 RS 的路径/新版 DS,不是把开关拨回默认 true(那只是 all_reduce+重排)。桶大小也需按拓扑重调;均为 15 分钟级实验。
Q: 1.5e9 能抄到别的模型吗? A: 不能——桶按梯度元素计数,取决于参数布局(DiT 那段 30 亿元素连续梯度),所以做成了模型级配置,没动共享默认值。
Q: 双缓冲 DeepSpeed 为什么不修? A: 上游设计取舍(显存换流水深度);我们的 ZeRO-2 异步 gather 改造会动同一份代码,可一并评估。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讲稿:横向扩 batch:8 到 24,吞吐 209 到 309,MFU 到 27.7%——发射、通信、AllGather 排空这些每步固定开销被摊薄了。甜点在 24;32 反而回落,已排除 OOM 和数据加载,初步指向显存压力,trace 在手。重要边界:bs24 意味着全局 batch 192,收敛性需要在你们的数据和评测器上验证后才能采纳。
Q: bs24 的学习率怎么调?收敛验证怎么做? A: 建议从线性缩放加 warmup 起步;验证需要你们的任务评测器,我们提供陪跑和训练侧支持。在此之前 deck 的推荐配置仍是 bs8。
Q: bs32 为什么塌? A: 现场不猜。已排除 OOM 和 dataloader;疑似 allocator/显存压力效应,nsys trace 已采集,需要的话作为后续项深挖。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讲稿:收尾。上图是优化后的完整一步:计算结束后,44 毫秒的参数 AllGather 完全裸露——占每步 18%,这是当前最大的单块损耗。左下 kernel 分布已经平坦:最大类 GEMM 95 毫秒,且已顶在这台机器 622 TFLOPS 的功耗墙上——kernel 层面没有可榨的了,剩下的都是结构性机会。三个方向按规模排序:重叠 AllGather 约 50 毫秒,ZeRO-2 今天做不到,要么 FSDP 要么给 ZeRO-2 加异步 gather;fp8 突破功耗墙;梯度压缩拿回步内约 20 毫秒的暴露 AllReduce。2.6 倍已经落袋,bs8 通往 250+ 的路在 AllGather 上。
Q: FSDP 迁移成本多大,收益确定吗? A: 收益上限就是实测的 44-57 毫秒,不是估算。两条路成本不同:FSDP 迁移动 checkpoint 格式和训练配置,面大但一劳永逸;ZeRO-2 异步 gather 补丁改动集中在一个文件,面小。我们建议先做一周级的 PoC 把两条路的数字跑出来再定。
Q: fp8 对收敛的影响? A: 需要 per-tensor scaling(Transformer-Engine 路线)加收敛验证,和 bf16 一样走「先千步 loss 对照、再任务评测」的流程。它是唯一能提高 GEMM 上限的杠杆。
Q: 有些方向你们试过没有? A: 试过并否证的都有数据:文本栈全 FA2 慢 10ms;NCCL 参数调优无效(带宽已在 478 GB/s 线速);单张大图不可行;FlashQLA 天花板只有 10.5ms。这些清单可以发给你们,避免重复踩坑。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6B900"/>
          </a:solidFill>
          <a:ln/>
        </p:spPr>
      </p:sp>
      <p:pic>
        <p:nvPicPr>
          <p:cNvPr id="3" name="Image 0" descr="/app/logos/nvidia-logo-bl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828800" cy="63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QwenPI VLA Training Optimization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NVIDIA DevTech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76B9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71016"/>
            <a:ext cx="365760" cy="36576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71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1234440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Results at a glance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80960" y="12344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65760" cy="36576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1746504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Model &amp; workload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80960" y="174650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295144"/>
            <a:ext cx="365760" cy="36576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258568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Diagnosis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680960" y="225856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5 – 6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2807208"/>
            <a:ext cx="365760" cy="36576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2770632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Optimizations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680960" y="277063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7 – 12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319272"/>
            <a:ext cx="365760" cy="365760"/>
          </a:xfrm>
          <a:prstGeom prst="ellipse">
            <a:avLst/>
          </a:prstGeom>
          <a:solidFill>
            <a:srgbClr val="76B900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4440" y="3282696"/>
            <a:ext cx="630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What's next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680960" y="328269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13 – 14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QwenPI Training Optimization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6092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26680" y="4617720"/>
            <a:ext cx="36576" cy="320040"/>
          </a:xfrm>
          <a:prstGeom prst="rect">
            <a:avLst/>
          </a:prstGeom>
          <a:solidFill>
            <a:srgbClr val="76B900"/>
          </a:solidFill>
          <a:ln/>
        </p:spPr>
      </p:sp>
      <p:pic>
        <p:nvPicPr>
          <p:cNvPr id="26" name="Image 0" descr="/app/logos/nvidia-logo-blk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604004"/>
            <a:ext cx="100584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Results at a Glance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starVLA QwenPI: Qwen3.5-VL 4B + flow-matching action head, ZeRO-2 full fine-tune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21208" y="1417320"/>
            <a:ext cx="18745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1208" y="1417320"/>
            <a:ext cx="1874520" cy="54864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6459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2.6×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30936" y="246888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Faster training step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" y="2935224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800 → 306 ms/step (bs 8)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96896" y="1417320"/>
            <a:ext cx="18745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96896" y="1417320"/>
            <a:ext cx="1874520" cy="54864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1" name="Text 9"/>
          <p:cNvSpPr/>
          <p:nvPr/>
        </p:nvSpPr>
        <p:spPr>
          <a:xfrm>
            <a:off x="2596896" y="16459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209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706624" y="246888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Samples / node / 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06624" y="2935224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up from 80 at hand-off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72584" y="1417320"/>
            <a:ext cx="18745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72584" y="1417320"/>
            <a:ext cx="1874520" cy="54864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6" name="Text 14"/>
          <p:cNvSpPr/>
          <p:nvPr/>
        </p:nvSpPr>
        <p:spPr>
          <a:xfrm>
            <a:off x="4672584" y="16459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18.8%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782312" y="246888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Model FLOPs utilization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82312" y="2935224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up from 7.2% (bf16 peak)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48272" y="1417320"/>
            <a:ext cx="187452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48272" y="1417320"/>
            <a:ext cx="1874520" cy="54864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1" name="Text 19"/>
          <p:cNvSpPr/>
          <p:nvPr/>
        </p:nvSpPr>
        <p:spPr>
          <a:xfrm>
            <a:off x="6748272" y="164592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309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858000" y="2468880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Samples / node / 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0" y="2935224"/>
            <a:ext cx="1655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at bs 24 — 1.5× the 200 target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703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b="1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Method: </a:t>
            </a:r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every optimization was profiled with Nsight Systems and validated with a same-node A/B run plus loss-trajectory checks — no stacked guesses, measured deltas only.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416052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Measurement: 8×H200 (NVLink); step time = inter-step period (includes the step-boundary parameter AllGather); confirmed by a clean 1000-step run at 303–313 ms sustained.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5720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QwenPI Training Optimization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6092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26680" y="4617720"/>
            <a:ext cx="36576" cy="320040"/>
          </a:xfrm>
          <a:prstGeom prst="rect">
            <a:avLst/>
          </a:prstGeom>
          <a:solidFill>
            <a:srgbClr val="76B900"/>
          </a:solidFill>
          <a:ln/>
        </p:spPr>
      </p:sp>
      <p:pic>
        <p:nvPicPr>
          <p:cNvPr id="29" name="Image 0" descr="/app/logos/nvidia-logo-blk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604004"/>
            <a:ext cx="100584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Model &amp; Workload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7.5B trainable parameters: Qwen3.5-VL 4B backbone + 3B flow-matching action expert</a:t>
            </a:r>
            <a:endParaRPr lang="en-US" sz="1500" dirty="0"/>
          </a:p>
        </p:txBody>
      </p:sp>
      <p:pic>
        <p:nvPicPr>
          <p:cNvPr id="4" name="Image 0" descr="/work/tikz-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34440"/>
            <a:ext cx="3582313" cy="301752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280160"/>
          <a:ext cx="37947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56032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Training configuration</a:t>
                      </a:r>
                      <a:endParaRPr lang="en-US" sz="11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B900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Parameters</a:t>
                      </a:r>
                      <a:endParaRPr lang="en-US" sz="10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7.52B, all trainable (bf16)</a:t>
                      </a:r>
                      <a:endParaRPr lang="en-US" sz="10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Parallelism</a:t>
                      </a:r>
                      <a:endParaRPr lang="en-US" sz="10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DeepSpeed ZeRO-2, DP=8, 1 node</a:t>
                      </a:r>
                      <a:endParaRPr lang="en-US" sz="10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ZeRO-2 tuning</a:t>
                      </a:r>
                      <a:endParaRPr lang="en-US" sz="10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bucket 1.5e9, reduce_scatter off</a:t>
                      </a:r>
                      <a:endParaRPr lang="en-US" sz="10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Optimizer</a:t>
                      </a:r>
                      <a:endParaRPr lang="en-US" sz="10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AdamW, fp32 master (sharded)</a:t>
                      </a:r>
                      <a:endParaRPr lang="en-US" sz="10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Batch</a:t>
                      </a:r>
                      <a:endParaRPr lang="en-US" sz="10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8 / GPU → 64 global (up to 24/GPU)</a:t>
                      </a:r>
                      <a:endParaRPr lang="en-US" sz="10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Sequence</a:t>
                      </a:r>
                      <a:endParaRPr lang="en-US" sz="10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text fixed at 192 (left-pad)</a:t>
                      </a:r>
                      <a:endParaRPr lang="en-US" sz="10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Data</a:t>
                      </a:r>
                      <a:endParaRPr lang="en-US" sz="10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LIBERO manipulation, 2 views/sample</a:t>
                      </a:r>
                      <a:endParaRPr lang="en-US" sz="10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Hardware</a:t>
                      </a:r>
                      <a:endParaRPr lang="en-US" sz="10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8×H200 SXM, full NVLink</a:t>
                      </a:r>
                      <a:endParaRPr lang="en-US" sz="10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Software</a:t>
                      </a:r>
                      <a:endParaRPr lang="en-US" sz="10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torch 2.7.1 / NCCL 2.26.2 / HF 5.3 / FA2.8</a:t>
                      </a:r>
                      <a:endParaRPr lang="en-US" sz="10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QwenPI Training Optimization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736092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7726680" y="4617720"/>
            <a:ext cx="36576" cy="320040"/>
          </a:xfrm>
          <a:prstGeom prst="rect">
            <a:avLst/>
          </a:prstGeom>
          <a:solidFill>
            <a:srgbClr val="76B900"/>
          </a:solidFill>
          <a:ln/>
        </p:spPr>
      </p:sp>
      <p:pic>
        <p:nvPicPr>
          <p:cNvPr id="9" name="Image 1" descr="/app/logos/nvidia-logo-blk-s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604004"/>
            <a:ext cx="100584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Baseline Diagnosis: Where Did 800 ms Go?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One baseline step on the GPU-execution clock (807 ms, bs 8/GPU) — five problems, five fixes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508760" y="1261872"/>
            <a:ext cx="2346877" cy="237744"/>
          </a:xfrm>
          <a:prstGeom prst="rect">
            <a:avLst/>
          </a:prstGeom>
          <a:solidFill>
            <a:srgbClr val="5D1682"/>
          </a:solidFill>
          <a:ln/>
        </p:spPr>
      </p:sp>
      <p:sp>
        <p:nvSpPr>
          <p:cNvPr id="5" name="Text 3"/>
          <p:cNvSpPr/>
          <p:nvPr/>
        </p:nvSpPr>
        <p:spPr>
          <a:xfrm>
            <a:off x="1508760" y="1261872"/>
            <a:ext cx="23468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Forward 309 ms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55637" y="1261872"/>
            <a:ext cx="3102342" cy="237744"/>
          </a:xfrm>
          <a:prstGeom prst="rect">
            <a:avLst/>
          </a:prstGeom>
          <a:solidFill>
            <a:srgbClr val="008564"/>
          </a:solidFill>
          <a:ln/>
        </p:spPr>
      </p:sp>
      <p:sp>
        <p:nvSpPr>
          <p:cNvPr id="7" name="Text 5"/>
          <p:cNvSpPr/>
          <p:nvPr/>
        </p:nvSpPr>
        <p:spPr>
          <a:xfrm>
            <a:off x="3855637" y="1261872"/>
            <a:ext cx="310234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Backward 409 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957979" y="1261872"/>
            <a:ext cx="677261" cy="237744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9" name="Text 7"/>
          <p:cNvSpPr/>
          <p:nvPr/>
        </p:nvSpPr>
        <p:spPr>
          <a:xfrm>
            <a:off x="6957979" y="1261872"/>
            <a:ext cx="6772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Optimizer + AG 89 ms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261872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model phase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508760" y="1536192"/>
            <a:ext cx="280167" cy="237744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1536192"/>
            <a:ext cx="2801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CPU prep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788927" y="1536192"/>
            <a:ext cx="1121429" cy="237744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14" name="Text 12"/>
          <p:cNvSpPr/>
          <p:nvPr/>
        </p:nvSpPr>
        <p:spPr>
          <a:xfrm>
            <a:off x="1788927" y="1536192"/>
            <a:ext cx="11214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Qwen3.5 · 148 ms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910356" y="1536192"/>
            <a:ext cx="945280" cy="237744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6" name="Text 14"/>
          <p:cNvSpPr/>
          <p:nvPr/>
        </p:nvSpPr>
        <p:spPr>
          <a:xfrm>
            <a:off x="2910356" y="1536192"/>
            <a:ext cx="94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DiT · 125 ms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55637" y="1536192"/>
            <a:ext cx="1776672" cy="237744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8" name="Text 16"/>
          <p:cNvSpPr/>
          <p:nvPr/>
        </p:nvSpPr>
        <p:spPr>
          <a:xfrm>
            <a:off x="3855637" y="1536192"/>
            <a:ext cx="1776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DiT · 234 ms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32309" y="1536192"/>
            <a:ext cx="1325670" cy="237744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20" name="Text 18"/>
          <p:cNvSpPr/>
          <p:nvPr/>
        </p:nvSpPr>
        <p:spPr>
          <a:xfrm>
            <a:off x="5632309" y="1536192"/>
            <a:ext cx="1325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Qwen3.5 · 175 ms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957979" y="1536192"/>
            <a:ext cx="677261" cy="23774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2" name="Text 20"/>
          <p:cNvSpPr/>
          <p:nvPr/>
        </p:nvSpPr>
        <p:spPr>
          <a:xfrm>
            <a:off x="6957979" y="1536192"/>
            <a:ext cx="6772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optim · AG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1536192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module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1810512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Compute SM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508760" y="1810512"/>
            <a:ext cx="6126480" cy="310896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91813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7" name="Shape 25"/>
          <p:cNvSpPr/>
          <p:nvPr/>
        </p:nvSpPr>
        <p:spPr>
          <a:xfrm>
            <a:off x="1831902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8" name="Shape 26"/>
          <p:cNvSpPr/>
          <p:nvPr/>
        </p:nvSpPr>
        <p:spPr>
          <a:xfrm>
            <a:off x="1834179" y="1837944"/>
            <a:ext cx="5770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9" name="Shape 27"/>
          <p:cNvSpPr/>
          <p:nvPr/>
        </p:nvSpPr>
        <p:spPr>
          <a:xfrm>
            <a:off x="1842683" y="1837944"/>
            <a:ext cx="26650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0" name="Shape 28"/>
          <p:cNvSpPr/>
          <p:nvPr/>
        </p:nvSpPr>
        <p:spPr>
          <a:xfrm>
            <a:off x="1869941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1" name="Shape 29"/>
          <p:cNvSpPr/>
          <p:nvPr/>
        </p:nvSpPr>
        <p:spPr>
          <a:xfrm>
            <a:off x="1871915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77078" y="1837944"/>
            <a:ext cx="5239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83076" y="1837944"/>
            <a:ext cx="6833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91807" y="1837944"/>
            <a:ext cx="12983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5" name="Shape 33"/>
          <p:cNvSpPr/>
          <p:nvPr/>
        </p:nvSpPr>
        <p:spPr>
          <a:xfrm>
            <a:off x="1906613" y="1837944"/>
            <a:ext cx="12148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6" name="Shape 34"/>
          <p:cNvSpPr/>
          <p:nvPr/>
        </p:nvSpPr>
        <p:spPr>
          <a:xfrm>
            <a:off x="1920583" y="1837944"/>
            <a:ext cx="12224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7" name="Shape 35"/>
          <p:cNvSpPr/>
          <p:nvPr/>
        </p:nvSpPr>
        <p:spPr>
          <a:xfrm>
            <a:off x="1934630" y="1837944"/>
            <a:ext cx="1245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8" name="Shape 36"/>
          <p:cNvSpPr/>
          <p:nvPr/>
        </p:nvSpPr>
        <p:spPr>
          <a:xfrm>
            <a:off x="1948752" y="1837944"/>
            <a:ext cx="5087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9" name="Shape 37"/>
          <p:cNvSpPr/>
          <p:nvPr/>
        </p:nvSpPr>
        <p:spPr>
          <a:xfrm>
            <a:off x="1954522" y="1837944"/>
            <a:ext cx="6909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0" name="Shape 38"/>
          <p:cNvSpPr/>
          <p:nvPr/>
        </p:nvSpPr>
        <p:spPr>
          <a:xfrm>
            <a:off x="1963406" y="1837944"/>
            <a:ext cx="11996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1" name="Shape 39"/>
          <p:cNvSpPr/>
          <p:nvPr/>
        </p:nvSpPr>
        <p:spPr>
          <a:xfrm>
            <a:off x="1977224" y="1837944"/>
            <a:ext cx="120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2" name="Shape 40"/>
          <p:cNvSpPr/>
          <p:nvPr/>
        </p:nvSpPr>
        <p:spPr>
          <a:xfrm>
            <a:off x="1991043" y="1837944"/>
            <a:ext cx="12148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3" name="Shape 41"/>
          <p:cNvSpPr/>
          <p:nvPr/>
        </p:nvSpPr>
        <p:spPr>
          <a:xfrm>
            <a:off x="2005013" y="1837944"/>
            <a:ext cx="120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4" name="Shape 42"/>
          <p:cNvSpPr/>
          <p:nvPr/>
        </p:nvSpPr>
        <p:spPr>
          <a:xfrm>
            <a:off x="2019515" y="1837944"/>
            <a:ext cx="11541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5" name="Shape 43"/>
          <p:cNvSpPr/>
          <p:nvPr/>
        </p:nvSpPr>
        <p:spPr>
          <a:xfrm>
            <a:off x="2032650" y="1837944"/>
            <a:ext cx="11617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6" name="Shape 44"/>
          <p:cNvSpPr/>
          <p:nvPr/>
        </p:nvSpPr>
        <p:spPr>
          <a:xfrm>
            <a:off x="2045937" y="1837944"/>
            <a:ext cx="11617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7" name="Shape 45"/>
          <p:cNvSpPr/>
          <p:nvPr/>
        </p:nvSpPr>
        <p:spPr>
          <a:xfrm>
            <a:off x="2059224" y="1837944"/>
            <a:ext cx="12376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8" name="Shape 46"/>
          <p:cNvSpPr/>
          <p:nvPr/>
        </p:nvSpPr>
        <p:spPr>
          <a:xfrm>
            <a:off x="2073271" y="1837944"/>
            <a:ext cx="11844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9" name="Shape 47"/>
          <p:cNvSpPr/>
          <p:nvPr/>
        </p:nvSpPr>
        <p:spPr>
          <a:xfrm>
            <a:off x="2086786" y="1837944"/>
            <a:ext cx="12224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0" name="Shape 48"/>
          <p:cNvSpPr/>
          <p:nvPr/>
        </p:nvSpPr>
        <p:spPr>
          <a:xfrm>
            <a:off x="2100680" y="1837944"/>
            <a:ext cx="11844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1" name="Shape 49"/>
          <p:cNvSpPr/>
          <p:nvPr/>
        </p:nvSpPr>
        <p:spPr>
          <a:xfrm>
            <a:off x="2114271" y="1837944"/>
            <a:ext cx="11996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2" name="Shape 50"/>
          <p:cNvSpPr/>
          <p:nvPr/>
        </p:nvSpPr>
        <p:spPr>
          <a:xfrm>
            <a:off x="2127862" y="1837944"/>
            <a:ext cx="11920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3" name="Shape 51"/>
          <p:cNvSpPr/>
          <p:nvPr/>
        </p:nvSpPr>
        <p:spPr>
          <a:xfrm>
            <a:off x="2141453" y="1837944"/>
            <a:ext cx="11920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4" name="Shape 52"/>
          <p:cNvSpPr/>
          <p:nvPr/>
        </p:nvSpPr>
        <p:spPr>
          <a:xfrm>
            <a:off x="2154967" y="1837944"/>
            <a:ext cx="11693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5" name="Shape 53"/>
          <p:cNvSpPr/>
          <p:nvPr/>
        </p:nvSpPr>
        <p:spPr>
          <a:xfrm>
            <a:off x="2168406" y="1837944"/>
            <a:ext cx="11769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6" name="Shape 54"/>
          <p:cNvSpPr/>
          <p:nvPr/>
        </p:nvSpPr>
        <p:spPr>
          <a:xfrm>
            <a:off x="2185414" y="1837944"/>
            <a:ext cx="5239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7" name="Shape 55"/>
          <p:cNvSpPr/>
          <p:nvPr/>
        </p:nvSpPr>
        <p:spPr>
          <a:xfrm>
            <a:off x="2191260" y="1837944"/>
            <a:ext cx="6606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8" name="Shape 56"/>
          <p:cNvSpPr/>
          <p:nvPr/>
        </p:nvSpPr>
        <p:spPr>
          <a:xfrm>
            <a:off x="2199612" y="1837944"/>
            <a:ext cx="4935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9" name="Shape 57"/>
          <p:cNvSpPr/>
          <p:nvPr/>
        </p:nvSpPr>
        <p:spPr>
          <a:xfrm>
            <a:off x="2205230" y="1837944"/>
            <a:ext cx="5315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60" name="Shape 58"/>
          <p:cNvSpPr/>
          <p:nvPr/>
        </p:nvSpPr>
        <p:spPr>
          <a:xfrm>
            <a:off x="2211608" y="1837944"/>
            <a:ext cx="592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61" name="Shape 59"/>
          <p:cNvSpPr/>
          <p:nvPr/>
        </p:nvSpPr>
        <p:spPr>
          <a:xfrm>
            <a:off x="2219049" y="1837944"/>
            <a:ext cx="17083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62" name="Shape 60"/>
          <p:cNvSpPr/>
          <p:nvPr/>
        </p:nvSpPr>
        <p:spPr>
          <a:xfrm>
            <a:off x="2236740" y="1837944"/>
            <a:ext cx="25815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63" name="Shape 61"/>
          <p:cNvSpPr/>
          <p:nvPr/>
        </p:nvSpPr>
        <p:spPr>
          <a:xfrm>
            <a:off x="2263162" y="1837944"/>
            <a:ext cx="19437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64" name="Shape 62"/>
          <p:cNvSpPr/>
          <p:nvPr/>
        </p:nvSpPr>
        <p:spPr>
          <a:xfrm>
            <a:off x="2285105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65" name="Shape 63"/>
          <p:cNvSpPr/>
          <p:nvPr/>
        </p:nvSpPr>
        <p:spPr>
          <a:xfrm>
            <a:off x="2290723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66" name="Shape 64"/>
          <p:cNvSpPr/>
          <p:nvPr/>
        </p:nvSpPr>
        <p:spPr>
          <a:xfrm>
            <a:off x="2293608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67" name="Shape 65"/>
          <p:cNvSpPr/>
          <p:nvPr/>
        </p:nvSpPr>
        <p:spPr>
          <a:xfrm>
            <a:off x="2296342" y="1837944"/>
            <a:ext cx="5467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68" name="Shape 66"/>
          <p:cNvSpPr/>
          <p:nvPr/>
        </p:nvSpPr>
        <p:spPr>
          <a:xfrm>
            <a:off x="2305833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69" name="Shape 67"/>
          <p:cNvSpPr/>
          <p:nvPr/>
        </p:nvSpPr>
        <p:spPr>
          <a:xfrm>
            <a:off x="2308566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70" name="Shape 68"/>
          <p:cNvSpPr/>
          <p:nvPr/>
        </p:nvSpPr>
        <p:spPr>
          <a:xfrm>
            <a:off x="2312286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71" name="Shape 69"/>
          <p:cNvSpPr/>
          <p:nvPr/>
        </p:nvSpPr>
        <p:spPr>
          <a:xfrm>
            <a:off x="2314944" y="1837944"/>
            <a:ext cx="8656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72" name="Shape 70"/>
          <p:cNvSpPr/>
          <p:nvPr/>
        </p:nvSpPr>
        <p:spPr>
          <a:xfrm>
            <a:off x="2326940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73" name="Shape 71"/>
          <p:cNvSpPr/>
          <p:nvPr/>
        </p:nvSpPr>
        <p:spPr>
          <a:xfrm>
            <a:off x="2329294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74" name="Shape 72"/>
          <p:cNvSpPr/>
          <p:nvPr/>
        </p:nvSpPr>
        <p:spPr>
          <a:xfrm>
            <a:off x="2332635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75" name="Shape 73"/>
          <p:cNvSpPr/>
          <p:nvPr/>
        </p:nvSpPr>
        <p:spPr>
          <a:xfrm>
            <a:off x="2335368" y="1837944"/>
            <a:ext cx="5846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76" name="Shape 74"/>
          <p:cNvSpPr/>
          <p:nvPr/>
        </p:nvSpPr>
        <p:spPr>
          <a:xfrm>
            <a:off x="2341822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77" name="Shape 75"/>
          <p:cNvSpPr/>
          <p:nvPr/>
        </p:nvSpPr>
        <p:spPr>
          <a:xfrm>
            <a:off x="2346529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78" name="Shape 76"/>
          <p:cNvSpPr/>
          <p:nvPr/>
        </p:nvSpPr>
        <p:spPr>
          <a:xfrm>
            <a:off x="2349566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79" name="Shape 77"/>
          <p:cNvSpPr/>
          <p:nvPr/>
        </p:nvSpPr>
        <p:spPr>
          <a:xfrm>
            <a:off x="2352831" y="1837944"/>
            <a:ext cx="26043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80" name="Shape 78"/>
          <p:cNvSpPr/>
          <p:nvPr/>
        </p:nvSpPr>
        <p:spPr>
          <a:xfrm>
            <a:off x="2381455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81" name="Shape 79"/>
          <p:cNvSpPr/>
          <p:nvPr/>
        </p:nvSpPr>
        <p:spPr>
          <a:xfrm>
            <a:off x="2387681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82" name="Shape 80"/>
          <p:cNvSpPr/>
          <p:nvPr/>
        </p:nvSpPr>
        <p:spPr>
          <a:xfrm>
            <a:off x="2390338" y="1837944"/>
            <a:ext cx="8276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83" name="Shape 81"/>
          <p:cNvSpPr/>
          <p:nvPr/>
        </p:nvSpPr>
        <p:spPr>
          <a:xfrm>
            <a:off x="2401044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84" name="Shape 82"/>
          <p:cNvSpPr/>
          <p:nvPr/>
        </p:nvSpPr>
        <p:spPr>
          <a:xfrm>
            <a:off x="2407194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85" name="Shape 83"/>
          <p:cNvSpPr/>
          <p:nvPr/>
        </p:nvSpPr>
        <p:spPr>
          <a:xfrm>
            <a:off x="2409851" y="1837944"/>
            <a:ext cx="8504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86" name="Shape 84"/>
          <p:cNvSpPr/>
          <p:nvPr/>
        </p:nvSpPr>
        <p:spPr>
          <a:xfrm>
            <a:off x="2420709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87" name="Shape 85"/>
          <p:cNvSpPr/>
          <p:nvPr/>
        </p:nvSpPr>
        <p:spPr>
          <a:xfrm>
            <a:off x="2426935" y="1837944"/>
            <a:ext cx="25359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88" name="Shape 86"/>
          <p:cNvSpPr/>
          <p:nvPr/>
        </p:nvSpPr>
        <p:spPr>
          <a:xfrm>
            <a:off x="2455407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89" name="Shape 87"/>
          <p:cNvSpPr/>
          <p:nvPr/>
        </p:nvSpPr>
        <p:spPr>
          <a:xfrm>
            <a:off x="2457761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90" name="Shape 88"/>
          <p:cNvSpPr/>
          <p:nvPr/>
        </p:nvSpPr>
        <p:spPr>
          <a:xfrm>
            <a:off x="2461785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91" name="Shape 89"/>
          <p:cNvSpPr/>
          <p:nvPr/>
        </p:nvSpPr>
        <p:spPr>
          <a:xfrm>
            <a:off x="2464898" y="1837944"/>
            <a:ext cx="8428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92" name="Shape 90"/>
          <p:cNvSpPr/>
          <p:nvPr/>
        </p:nvSpPr>
        <p:spPr>
          <a:xfrm>
            <a:off x="2475679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93" name="Shape 91"/>
          <p:cNvSpPr/>
          <p:nvPr/>
        </p:nvSpPr>
        <p:spPr>
          <a:xfrm>
            <a:off x="2481829" y="1837944"/>
            <a:ext cx="1078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94" name="Shape 92"/>
          <p:cNvSpPr/>
          <p:nvPr/>
        </p:nvSpPr>
        <p:spPr>
          <a:xfrm>
            <a:off x="2495116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95" name="Shape 93"/>
          <p:cNvSpPr/>
          <p:nvPr/>
        </p:nvSpPr>
        <p:spPr>
          <a:xfrm>
            <a:off x="2498002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96" name="Shape 94"/>
          <p:cNvSpPr/>
          <p:nvPr/>
        </p:nvSpPr>
        <p:spPr>
          <a:xfrm>
            <a:off x="2501646" y="1837944"/>
            <a:ext cx="2642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97" name="Shape 95"/>
          <p:cNvSpPr/>
          <p:nvPr/>
        </p:nvSpPr>
        <p:spPr>
          <a:xfrm>
            <a:off x="2531105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98" name="Shape 96"/>
          <p:cNvSpPr/>
          <p:nvPr/>
        </p:nvSpPr>
        <p:spPr>
          <a:xfrm>
            <a:off x="2537104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99" name="Shape 97"/>
          <p:cNvSpPr/>
          <p:nvPr/>
        </p:nvSpPr>
        <p:spPr>
          <a:xfrm>
            <a:off x="2539761" y="1837944"/>
            <a:ext cx="835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00" name="Shape 98"/>
          <p:cNvSpPr/>
          <p:nvPr/>
        </p:nvSpPr>
        <p:spPr>
          <a:xfrm>
            <a:off x="2550467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01" name="Shape 99"/>
          <p:cNvSpPr/>
          <p:nvPr/>
        </p:nvSpPr>
        <p:spPr>
          <a:xfrm>
            <a:off x="2553352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2556617" y="1837944"/>
            <a:ext cx="11237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2570739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2577117" y="1837944"/>
            <a:ext cx="25207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2604754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2607715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2610904" y="1837944"/>
            <a:ext cx="11009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2624343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2627304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2630569" y="1837944"/>
            <a:ext cx="1078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2643628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2649778" y="1837944"/>
            <a:ext cx="17539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2668000" y="1837944"/>
            <a:ext cx="79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2678934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2684780" y="1837944"/>
            <a:ext cx="10098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2697156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2703154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2706191" y="1837944"/>
            <a:ext cx="8883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2717428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2720313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2723578" y="1837944"/>
            <a:ext cx="24220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2748558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2754632" y="1837944"/>
            <a:ext cx="9263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2764730" y="1837944"/>
            <a:ext cx="4783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2771412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2773841" y="1837944"/>
            <a:ext cx="8276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2785686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2791380" y="1837944"/>
            <a:ext cx="2513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2818941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2825091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2827673" y="1837944"/>
            <a:ext cx="8048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2838075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2844073" y="1837944"/>
            <a:ext cx="10478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2856904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2862903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2865408" y="1837944"/>
            <a:ext cx="17387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2884010" y="1837944"/>
            <a:ext cx="19741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2905269" y="1837944"/>
            <a:ext cx="5239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2912179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2914684" y="1837944"/>
            <a:ext cx="5770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2923112" y="1837944"/>
            <a:ext cx="5239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2929414" y="1837944"/>
            <a:ext cx="2758321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5690164" y="1837944"/>
            <a:ext cx="76222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6455196" y="1837944"/>
            <a:ext cx="45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6463927" y="1837944"/>
            <a:ext cx="17311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6482226" y="1837944"/>
            <a:ext cx="15944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6499157" y="1837944"/>
            <a:ext cx="16476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6516620" y="1837944"/>
            <a:ext cx="15793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6533400" y="1837944"/>
            <a:ext cx="15641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6550028" y="1837944"/>
            <a:ext cx="15869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6566883" y="1837944"/>
            <a:ext cx="16096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6583967" y="1837944"/>
            <a:ext cx="15717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6600670" y="1837944"/>
            <a:ext cx="15944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6617602" y="1837944"/>
            <a:ext cx="15869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6634458" y="1837944"/>
            <a:ext cx="15565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6651009" y="1837944"/>
            <a:ext cx="15869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6667865" y="1837944"/>
            <a:ext cx="15717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6684645" y="1837944"/>
            <a:ext cx="15869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6701500" y="1837944"/>
            <a:ext cx="15869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6718432" y="1837944"/>
            <a:ext cx="16096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6735515" y="1837944"/>
            <a:ext cx="161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6752751" y="1837944"/>
            <a:ext cx="15793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6769606" y="1837944"/>
            <a:ext cx="1655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6787069" y="1837944"/>
            <a:ext cx="16704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6804836" y="1837944"/>
            <a:ext cx="16172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6821995" y="1837944"/>
            <a:ext cx="17083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6840217" y="1837944"/>
            <a:ext cx="13515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6854643" y="1837944"/>
            <a:ext cx="8124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6863527" y="1837944"/>
            <a:ext cx="6606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6871043" y="1837944"/>
            <a:ext cx="11617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6941275" y="1837944"/>
            <a:ext cx="16476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7020238" y="1837944"/>
            <a:ext cx="71219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7093583" y="1837944"/>
            <a:ext cx="25056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7122359" y="1837944"/>
            <a:ext cx="137199" cy="25603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75" name="Text 173"/>
          <p:cNvSpPr/>
          <p:nvPr/>
        </p:nvSpPr>
        <p:spPr>
          <a:xfrm>
            <a:off x="7671816" y="18105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543 ms · 67%</a:t>
            </a:r>
            <a:endParaRPr lang="en-US" sz="900" dirty="0"/>
          </a:p>
        </p:txBody>
      </p:sp>
      <p:sp>
        <p:nvSpPr>
          <p:cNvPr id="176" name="Text 174"/>
          <p:cNvSpPr/>
          <p:nvPr/>
        </p:nvSpPr>
        <p:spPr>
          <a:xfrm>
            <a:off x="457200" y="2212848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NCCL</a:t>
            </a:r>
            <a:endParaRPr lang="en-US" sz="1000" dirty="0"/>
          </a:p>
        </p:txBody>
      </p:sp>
      <p:sp>
        <p:nvSpPr>
          <p:cNvPr id="177" name="Shape 175"/>
          <p:cNvSpPr/>
          <p:nvPr/>
        </p:nvSpPr>
        <p:spPr>
          <a:xfrm>
            <a:off x="1508760" y="2212848"/>
            <a:ext cx="6126480" cy="310896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4149167" y="2240280"/>
            <a:ext cx="47758" cy="25603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179" name="Shape 177"/>
          <p:cNvSpPr/>
          <p:nvPr/>
        </p:nvSpPr>
        <p:spPr>
          <a:xfrm>
            <a:off x="4455377" y="2240280"/>
            <a:ext cx="44493" cy="25603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180" name="Shape 178"/>
          <p:cNvSpPr/>
          <p:nvPr/>
        </p:nvSpPr>
        <p:spPr>
          <a:xfrm>
            <a:off x="4768269" y="2240280"/>
            <a:ext cx="42822" cy="25603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181" name="Shape 179"/>
          <p:cNvSpPr/>
          <p:nvPr/>
        </p:nvSpPr>
        <p:spPr>
          <a:xfrm>
            <a:off x="5047449" y="2240280"/>
            <a:ext cx="39861" cy="25603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182" name="Shape 180"/>
          <p:cNvSpPr/>
          <p:nvPr/>
        </p:nvSpPr>
        <p:spPr>
          <a:xfrm>
            <a:off x="5351534" y="2240280"/>
            <a:ext cx="37204" cy="25603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183" name="Shape 181"/>
          <p:cNvSpPr/>
          <p:nvPr/>
        </p:nvSpPr>
        <p:spPr>
          <a:xfrm>
            <a:off x="5648253" y="2240280"/>
            <a:ext cx="38798" cy="25603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184" name="Shape 182"/>
          <p:cNvSpPr/>
          <p:nvPr/>
        </p:nvSpPr>
        <p:spPr>
          <a:xfrm>
            <a:off x="5765255" y="2240280"/>
            <a:ext cx="43050" cy="25603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185" name="Shape 183"/>
          <p:cNvSpPr/>
          <p:nvPr/>
        </p:nvSpPr>
        <p:spPr>
          <a:xfrm>
            <a:off x="5872994" y="2240280"/>
            <a:ext cx="41759" cy="25603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186" name="Shape 184"/>
          <p:cNvSpPr/>
          <p:nvPr/>
        </p:nvSpPr>
        <p:spPr>
          <a:xfrm>
            <a:off x="5986959" y="2240280"/>
            <a:ext cx="44037" cy="25603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187" name="Shape 185"/>
          <p:cNvSpPr/>
          <p:nvPr/>
        </p:nvSpPr>
        <p:spPr>
          <a:xfrm>
            <a:off x="6093028" y="2240280"/>
            <a:ext cx="43278" cy="25603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188" name="Shape 186"/>
          <p:cNvSpPr/>
          <p:nvPr/>
        </p:nvSpPr>
        <p:spPr>
          <a:xfrm>
            <a:off x="6202134" y="2240280"/>
            <a:ext cx="43506" cy="25603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189" name="Shape 187"/>
          <p:cNvSpPr/>
          <p:nvPr/>
        </p:nvSpPr>
        <p:spPr>
          <a:xfrm>
            <a:off x="6306836" y="2240280"/>
            <a:ext cx="43202" cy="25603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190" name="Shape 188"/>
          <p:cNvSpPr/>
          <p:nvPr/>
        </p:nvSpPr>
        <p:spPr>
          <a:xfrm>
            <a:off x="6411463" y="2240280"/>
            <a:ext cx="40696" cy="25603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191" name="Shape 189"/>
          <p:cNvSpPr/>
          <p:nvPr/>
        </p:nvSpPr>
        <p:spPr>
          <a:xfrm>
            <a:off x="6882660" y="2240280"/>
            <a:ext cx="21715" cy="25603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192" name="Shape 190"/>
          <p:cNvSpPr/>
          <p:nvPr/>
        </p:nvSpPr>
        <p:spPr>
          <a:xfrm>
            <a:off x="6966255" y="2240280"/>
            <a:ext cx="35913" cy="25603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193" name="Shape 191"/>
          <p:cNvSpPr/>
          <p:nvPr/>
        </p:nvSpPr>
        <p:spPr>
          <a:xfrm>
            <a:off x="7259557" y="2240280"/>
            <a:ext cx="332329" cy="25603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194" name="Text 192"/>
          <p:cNvSpPr/>
          <p:nvPr/>
        </p:nvSpPr>
        <p:spPr>
          <a:xfrm>
            <a:off x="7671816" y="22128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124 ms · 15%</a:t>
            </a:r>
            <a:endParaRPr lang="en-US" sz="900" dirty="0"/>
          </a:p>
        </p:txBody>
      </p:sp>
      <p:sp>
        <p:nvSpPr>
          <p:cNvPr id="195" name="Shape 193"/>
          <p:cNvSpPr/>
          <p:nvPr/>
        </p:nvSpPr>
        <p:spPr>
          <a:xfrm>
            <a:off x="3855637" y="1810512"/>
            <a:ext cx="0" cy="713232"/>
          </a:xfrm>
          <a:prstGeom prst="line">
            <a:avLst/>
          </a:prstGeom>
          <a:noFill/>
          <a:ln w="9525">
            <a:solidFill>
              <a:srgbClr val="5E5E5E"/>
            </a:solidFill>
            <a:prstDash val="dash"/>
          </a:ln>
        </p:spPr>
      </p:sp>
      <p:sp>
        <p:nvSpPr>
          <p:cNvPr id="196" name="Shape 194"/>
          <p:cNvSpPr/>
          <p:nvPr/>
        </p:nvSpPr>
        <p:spPr>
          <a:xfrm>
            <a:off x="6957979" y="1810512"/>
            <a:ext cx="0" cy="713232"/>
          </a:xfrm>
          <a:prstGeom prst="line">
            <a:avLst/>
          </a:prstGeom>
          <a:noFill/>
          <a:ln w="9525">
            <a:solidFill>
              <a:srgbClr val="5E5E5E"/>
            </a:solidFill>
            <a:prstDash val="dash"/>
          </a:ln>
        </p:spPr>
      </p:sp>
      <p:sp>
        <p:nvSpPr>
          <p:cNvPr id="197" name="Shape 195"/>
          <p:cNvSpPr/>
          <p:nvPr/>
        </p:nvSpPr>
        <p:spPr>
          <a:xfrm>
            <a:off x="1508760" y="2633472"/>
            <a:ext cx="612648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1508760" y="2633472"/>
            <a:ext cx="0" cy="4572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1234440" y="26791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0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3027283" y="2633472"/>
            <a:ext cx="0" cy="4572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2752963" y="26791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200</a:t>
            </a:r>
            <a:endParaRPr lang="en-US" sz="800" dirty="0"/>
          </a:p>
        </p:txBody>
      </p:sp>
      <p:sp>
        <p:nvSpPr>
          <p:cNvPr id="202" name="Shape 200"/>
          <p:cNvSpPr/>
          <p:nvPr/>
        </p:nvSpPr>
        <p:spPr>
          <a:xfrm>
            <a:off x="4545805" y="2633472"/>
            <a:ext cx="0" cy="4572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4271485" y="26791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400</a:t>
            </a:r>
            <a:endParaRPr lang="en-US" sz="800" dirty="0"/>
          </a:p>
        </p:txBody>
      </p:sp>
      <p:sp>
        <p:nvSpPr>
          <p:cNvPr id="204" name="Shape 202"/>
          <p:cNvSpPr/>
          <p:nvPr/>
        </p:nvSpPr>
        <p:spPr>
          <a:xfrm>
            <a:off x="6064328" y="2633472"/>
            <a:ext cx="0" cy="4572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5790008" y="26791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600</a:t>
            </a:r>
            <a:endParaRPr lang="en-US" sz="800" dirty="0"/>
          </a:p>
        </p:txBody>
      </p:sp>
      <p:sp>
        <p:nvSpPr>
          <p:cNvPr id="206" name="Shape 204"/>
          <p:cNvSpPr/>
          <p:nvPr/>
        </p:nvSpPr>
        <p:spPr>
          <a:xfrm>
            <a:off x="7582851" y="2633472"/>
            <a:ext cx="0" cy="4572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7308531" y="267919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800</a:t>
            </a:r>
            <a:endParaRPr lang="en-US" sz="800" dirty="0"/>
          </a:p>
        </p:txBody>
      </p:sp>
      <p:sp>
        <p:nvSpPr>
          <p:cNvPr id="208" name="Text 206"/>
          <p:cNvSpPr/>
          <p:nvPr/>
        </p:nvSpPr>
        <p:spPr>
          <a:xfrm>
            <a:off x="5806440" y="2834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ms within one training step</a:t>
            </a:r>
            <a:endParaRPr lang="en-US" sz="800" dirty="0"/>
          </a:p>
        </p:txBody>
      </p:sp>
      <p:sp>
        <p:nvSpPr>
          <p:cNvPr id="209" name="Shape 207"/>
          <p:cNvSpPr/>
          <p:nvPr/>
        </p:nvSpPr>
        <p:spPr>
          <a:xfrm>
            <a:off x="1553987" y="1874520"/>
            <a:ext cx="182880" cy="1828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10" name="Text 208"/>
          <p:cNvSpPr/>
          <p:nvPr/>
        </p:nvSpPr>
        <p:spPr>
          <a:xfrm>
            <a:off x="1553987" y="1874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2</a:t>
            </a:r>
            <a:endParaRPr lang="en-US" sz="850" dirty="0"/>
          </a:p>
        </p:txBody>
      </p:sp>
      <p:sp>
        <p:nvSpPr>
          <p:cNvPr id="211" name="Shape 209"/>
          <p:cNvSpPr/>
          <p:nvPr/>
        </p:nvSpPr>
        <p:spPr>
          <a:xfrm>
            <a:off x="2252508" y="1874520"/>
            <a:ext cx="182880" cy="1828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12" name="Text 210"/>
          <p:cNvSpPr/>
          <p:nvPr/>
        </p:nvSpPr>
        <p:spPr>
          <a:xfrm>
            <a:off x="2252508" y="1874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4</a:t>
            </a:r>
            <a:endParaRPr lang="en-US" sz="850" dirty="0"/>
          </a:p>
        </p:txBody>
      </p:sp>
      <p:sp>
        <p:nvSpPr>
          <p:cNvPr id="213" name="Shape 211"/>
          <p:cNvSpPr/>
          <p:nvPr/>
        </p:nvSpPr>
        <p:spPr>
          <a:xfrm>
            <a:off x="4606218" y="1874520"/>
            <a:ext cx="182880" cy="1828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14" name="Text 212"/>
          <p:cNvSpPr/>
          <p:nvPr/>
        </p:nvSpPr>
        <p:spPr>
          <a:xfrm>
            <a:off x="4606218" y="1874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1</a:t>
            </a:r>
            <a:endParaRPr lang="en-US" sz="850" dirty="0"/>
          </a:p>
        </p:txBody>
      </p:sp>
      <p:sp>
        <p:nvSpPr>
          <p:cNvPr id="215" name="Shape 213"/>
          <p:cNvSpPr/>
          <p:nvPr/>
        </p:nvSpPr>
        <p:spPr>
          <a:xfrm>
            <a:off x="7324373" y="2276856"/>
            <a:ext cx="182880" cy="1828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16" name="Text 214"/>
          <p:cNvSpPr/>
          <p:nvPr/>
        </p:nvSpPr>
        <p:spPr>
          <a:xfrm>
            <a:off x="7324373" y="22768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5</a:t>
            </a:r>
            <a:endParaRPr lang="en-US" sz="850" dirty="0"/>
          </a:p>
        </p:txBody>
      </p:sp>
      <p:sp>
        <p:nvSpPr>
          <p:cNvPr id="217" name="Text 215"/>
          <p:cNvSpPr/>
          <p:nvPr/>
        </p:nvSpPr>
        <p:spPr>
          <a:xfrm>
            <a:off x="1508760" y="28986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GPU busy in bands: prep 0, Qwen3.5 50, DiT 120 | DiT 224, Qwen3.5 123, optim 26 ms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99816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114800"/>
                <a:gridCol w="246888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1 · fp32 action head</a:t>
                      </a:r>
                      <a:endParaRPr lang="en-US" sz="8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201 ms fp32 GEMMs vs 66 ms bf16 — 2.96B DiT outside autocast</a:t>
                      </a:r>
                      <a:endParaRPr lang="en-US" sz="8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8564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bf16 DiT  (−218 ms)</a:t>
                      </a:r>
                      <a:endParaRPr lang="en-US" sz="8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2 · CPU inside forward()</a:t>
                      </a:r>
                      <a:endParaRPr lang="en-US" sz="8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first ~40 ms of every step: compute idle, HF preprocessing on critical path</a:t>
                      </a:r>
                      <a:endParaRPr lang="en-US" sz="8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8564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collate in DataLoader workers</a:t>
                      </a:r>
                      <a:endParaRPr lang="en-US" sz="8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3 · Per-step syncs</a:t>
                      </a:r>
                      <a:endParaRPr lang="en-US" sz="8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loss readback, DS timers, MRoPE position-ids, mm-merge check</a:t>
                      </a:r>
                      <a:endParaRPr lang="en-US" sz="8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8564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sync-free logging + caches  (2+3: −117)</a:t>
                      </a:r>
                      <a:endParaRPr lang="en-US" sz="8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4 · Launch-bound eager</a:t>
                      </a:r>
                      <a:endParaRPr lang="en-US" sz="8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13,868 launches @ 8 µs median; occupancy fwd 34% vs bwd 70%; idle 205 ms</a:t>
                      </a:r>
                      <a:endParaRPr lang="en-US" sz="8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8564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CUDA Graphs + compile  (−126 ms)</a:t>
                      </a:r>
                      <a:endParaRPr lang="en-US" sz="8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5 · Comm configuration</a:t>
                      </a:r>
                      <a:endParaRPr lang="en-US" sz="8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15 small AR buckets; 22 ms redundant flatten; exposed AllGather tail</a:t>
                      </a:r>
                      <a:endParaRPr lang="en-US" sz="8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08564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bucket 1.5e9 + reduce_scatter off  (−22)</a:t>
                      </a:r>
                      <a:endParaRPr lang="en-US" sz="8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9" name="Text 216"/>
          <p:cNvSpPr/>
          <p:nvPr/>
        </p:nvSpPr>
        <p:spPr>
          <a:xfrm>
            <a:off x="45720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QwenPI Training Optimization</a:t>
            </a:r>
            <a:endParaRPr lang="en-US" sz="1000" dirty="0"/>
          </a:p>
        </p:txBody>
      </p:sp>
      <p:sp>
        <p:nvSpPr>
          <p:cNvPr id="220" name="Text 217"/>
          <p:cNvSpPr/>
          <p:nvPr/>
        </p:nvSpPr>
        <p:spPr>
          <a:xfrm>
            <a:off x="736092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5</a:t>
            </a:r>
            <a:endParaRPr lang="en-US" sz="1000" dirty="0"/>
          </a:p>
        </p:txBody>
      </p:sp>
      <p:sp>
        <p:nvSpPr>
          <p:cNvPr id="221" name="Shape 218"/>
          <p:cNvSpPr/>
          <p:nvPr/>
        </p:nvSpPr>
        <p:spPr>
          <a:xfrm>
            <a:off x="7726680" y="4617720"/>
            <a:ext cx="36576" cy="320040"/>
          </a:xfrm>
          <a:prstGeom prst="rect">
            <a:avLst/>
          </a:prstGeom>
          <a:solidFill>
            <a:srgbClr val="76B900"/>
          </a:solidFill>
          <a:ln/>
        </p:spPr>
      </p:sp>
      <p:pic>
        <p:nvPicPr>
          <p:cNvPr id="222" name="Image 0" descr="/app/logos/nvidia-logo-blk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604004"/>
            <a:ext cx="100584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Optimization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Actual step time (ms) after each optimization lands — same node, steady-state p50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51560" y="3657600"/>
            <a:ext cx="7498080" cy="0"/>
          </a:xfrm>
          <a:prstGeom prst="line">
            <a:avLst/>
          </a:prstGeom>
          <a:noFill/>
          <a:ln w="9525">
            <a:solidFill>
              <a:srgbClr val="EAEA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56616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51560" y="3074670"/>
            <a:ext cx="7498080" cy="0"/>
          </a:xfrm>
          <a:prstGeom prst="line">
            <a:avLst/>
          </a:prstGeom>
          <a:noFill/>
          <a:ln w="9525">
            <a:solidFill>
              <a:srgbClr val="EAEA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8323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200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51560" y="2491740"/>
            <a:ext cx="7498080" cy="0"/>
          </a:xfrm>
          <a:prstGeom prst="line">
            <a:avLst/>
          </a:prstGeom>
          <a:noFill/>
          <a:ln w="9525">
            <a:solidFill>
              <a:srgbClr val="EAEA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003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400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51560" y="1908810"/>
            <a:ext cx="7498080" cy="0"/>
          </a:xfrm>
          <a:prstGeom prst="line">
            <a:avLst/>
          </a:prstGeom>
          <a:noFill/>
          <a:ln w="9525">
            <a:solidFill>
              <a:srgbClr val="EAEA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1737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600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51560" y="1325880"/>
            <a:ext cx="7498080" cy="0"/>
          </a:xfrm>
          <a:prstGeom prst="line">
            <a:avLst/>
          </a:prstGeom>
          <a:noFill/>
          <a:ln w="9525">
            <a:solidFill>
              <a:srgbClr val="EAEA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2344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800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219200" y="1325880"/>
            <a:ext cx="914400" cy="233172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15" name="Text 13"/>
          <p:cNvSpPr/>
          <p:nvPr/>
        </p:nvSpPr>
        <p:spPr>
          <a:xfrm>
            <a:off x="1127760" y="1069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800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96696" y="3730752"/>
            <a:ext cx="1359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Baseline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(fp32 head, eager)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68880" y="1949615"/>
            <a:ext cx="914400" cy="1707985"/>
          </a:xfrm>
          <a:prstGeom prst="rect">
            <a:avLst/>
          </a:prstGeom>
          <a:solidFill>
            <a:srgbClr val="008564"/>
          </a:solidFill>
          <a:ln/>
        </p:spPr>
      </p:sp>
      <p:sp>
        <p:nvSpPr>
          <p:cNvPr id="18" name="Text 16"/>
          <p:cNvSpPr/>
          <p:nvPr/>
        </p:nvSpPr>
        <p:spPr>
          <a:xfrm>
            <a:off x="2377440" y="1693583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564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586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46376" y="3730752"/>
            <a:ext cx="1359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+ bf16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action head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18560" y="2252739"/>
            <a:ext cx="914400" cy="1404861"/>
          </a:xfrm>
          <a:prstGeom prst="rect">
            <a:avLst/>
          </a:prstGeom>
          <a:solidFill>
            <a:srgbClr val="008564"/>
          </a:solidFill>
          <a:ln/>
        </p:spPr>
      </p:sp>
      <p:sp>
        <p:nvSpPr>
          <p:cNvPr id="21" name="Text 19"/>
          <p:cNvSpPr/>
          <p:nvPr/>
        </p:nvSpPr>
        <p:spPr>
          <a:xfrm>
            <a:off x="3627120" y="1996707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564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482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96056" y="3730752"/>
            <a:ext cx="1359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+ Pipeline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&amp; caching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68240" y="2346008"/>
            <a:ext cx="914400" cy="1311593"/>
          </a:xfrm>
          <a:prstGeom prst="rect">
            <a:avLst/>
          </a:prstGeom>
          <a:solidFill>
            <a:srgbClr val="008564"/>
          </a:solidFill>
          <a:ln/>
        </p:spPr>
      </p:sp>
      <p:sp>
        <p:nvSpPr>
          <p:cNvPr id="24" name="Text 22"/>
          <p:cNvSpPr/>
          <p:nvPr/>
        </p:nvSpPr>
        <p:spPr>
          <a:xfrm>
            <a:off x="4876800" y="2089975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564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450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45736" y="3730752"/>
            <a:ext cx="1359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+ Mixed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attention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2701595"/>
            <a:ext cx="914400" cy="956005"/>
          </a:xfrm>
          <a:prstGeom prst="rect">
            <a:avLst/>
          </a:prstGeom>
          <a:solidFill>
            <a:srgbClr val="008564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2445563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564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328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95416" y="3730752"/>
            <a:ext cx="1359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+ CUDA Graphs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+ compile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67600" y="2765717"/>
            <a:ext cx="914400" cy="891883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0" name="Text 28"/>
          <p:cNvSpPr/>
          <p:nvPr/>
        </p:nvSpPr>
        <p:spPr>
          <a:xfrm>
            <a:off x="7376160" y="2509685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306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45096" y="3730752"/>
            <a:ext cx="1359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+ ZeRO-2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comm tuning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72200" y="1413319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2.6× faster end to end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51560" y="4160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Bars are steady-state inter-step periods — they include the step-boundary AllGather drain that in-step timers miss. The torch 2.7.1 + NCCL 2.26.2 upgrade (−37 ms) is folded into the Pipeline bar. Final 306 ms confirmed by a clean 1000-step run.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QwenPI Training Optimization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6092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726680" y="4617720"/>
            <a:ext cx="36576" cy="320040"/>
          </a:xfrm>
          <a:prstGeom prst="rect">
            <a:avLst/>
          </a:prstGeom>
          <a:solidFill>
            <a:srgbClr val="76B900"/>
          </a:solidFill>
          <a:ln/>
        </p:spPr>
      </p:sp>
      <p:pic>
        <p:nvPicPr>
          <p:cNvPr id="37" name="Image 0" descr="/app/logos/nvidia-logo-blk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604004"/>
            <a:ext cx="100584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Fix 1 · bf16 Action Head: −214 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800 → 586 ms.  One config knob — and numerically a no-op for training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GPU busy by kernel class (baseline step, 543 ms)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09344"/>
            <a:ext cx="1920240" cy="182880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6" name="Text 4"/>
          <p:cNvSpPr/>
          <p:nvPr/>
        </p:nvSpPr>
        <p:spPr>
          <a:xfrm>
            <a:off x="2432304" y="158191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201 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9222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fp32 GEMM — all from the action head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956816"/>
            <a:ext cx="1203733" cy="182880"/>
          </a:xfrm>
          <a:prstGeom prst="rect">
            <a:avLst/>
          </a:prstGeom>
          <a:solidFill>
            <a:srgbClr val="CDCDCD"/>
          </a:solidFill>
          <a:ln/>
        </p:spPr>
      </p:sp>
      <p:sp>
        <p:nvSpPr>
          <p:cNvPr id="9" name="Text 7"/>
          <p:cNvSpPr/>
          <p:nvPr/>
        </p:nvSpPr>
        <p:spPr>
          <a:xfrm>
            <a:off x="1715797" y="192938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126 ms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3969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other (fla/GDN, embeddings, misc)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304288"/>
            <a:ext cx="974450" cy="182880"/>
          </a:xfrm>
          <a:prstGeom prst="rect">
            <a:avLst/>
          </a:prstGeom>
          <a:solidFill>
            <a:srgbClr val="CDCDCD"/>
          </a:solidFill>
          <a:ln/>
        </p:spPr>
      </p:sp>
      <p:sp>
        <p:nvSpPr>
          <p:cNvPr id="12" name="Text 10"/>
          <p:cNvSpPr/>
          <p:nvPr/>
        </p:nvSpPr>
        <p:spPr>
          <a:xfrm>
            <a:off x="1486514" y="227685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102 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48716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elementwise / norm / reduce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630527" cy="182880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15" name="Text 13"/>
          <p:cNvSpPr/>
          <p:nvPr/>
        </p:nvSpPr>
        <p:spPr>
          <a:xfrm>
            <a:off x="1142591" y="26243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66 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bf16 GEMM (Qwen3.5)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999232"/>
            <a:ext cx="257943" cy="182880"/>
          </a:xfrm>
          <a:prstGeom prst="rect">
            <a:avLst/>
          </a:prstGeom>
          <a:solidFill>
            <a:srgbClr val="CDCDCD"/>
          </a:solidFill>
          <a:ln/>
        </p:spPr>
      </p:sp>
      <p:sp>
        <p:nvSpPr>
          <p:cNvPr id="18" name="Text 16"/>
          <p:cNvSpPr/>
          <p:nvPr/>
        </p:nvSpPr>
        <p:spPr>
          <a:xfrm>
            <a:off x="770007" y="2971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27 ms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18211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copy / gather / cat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3346704"/>
            <a:ext cx="210176" cy="182880"/>
          </a:xfrm>
          <a:prstGeom prst="rect">
            <a:avLst/>
          </a:prstGeom>
          <a:solidFill>
            <a:srgbClr val="CDCDCD"/>
          </a:solidFill>
          <a:ln/>
        </p:spPr>
      </p:sp>
      <p:sp>
        <p:nvSpPr>
          <p:cNvPr id="21" name="Text 19"/>
          <p:cNvSpPr/>
          <p:nvPr/>
        </p:nvSpPr>
        <p:spPr>
          <a:xfrm>
            <a:off x="722240" y="331927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22 ms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52958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attention kernels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37307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90C5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37% of all GPU math is fp32 </a:t>
            </a:r>
            <a:pPr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— all of it from the 2.96B DiT outside the bf16 autocast region.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1298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1,000 steps: the loss is unchanged</a:t>
            </a:r>
            <a:endParaRPr lang="en-US" sz="12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754880" y="1600200"/>
          <a:ext cx="39319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4754880" y="37124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steps 1 → 1,000, only dit_dtype differs · mean |Δ| = 0.02 (sampling noise) · final-100 mean 0.1473 vs 0.1473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57200" y="4041648"/>
            <a:ext cx="822960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8" name="Shape 25"/>
          <p:cNvSpPr/>
          <p:nvPr/>
        </p:nvSpPr>
        <p:spPr>
          <a:xfrm>
            <a:off x="457200" y="4041648"/>
            <a:ext cx="54864" cy="38404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9" name="Text 26"/>
          <p:cNvSpPr/>
          <p:nvPr/>
        </p:nvSpPr>
        <p:spPr>
          <a:xfrm>
            <a:off x="640080" y="404164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Why was it fp32 at all? 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Inherited caution for diffusion numerics. Only the timestep embedding and the loss math need fp32 — we kept exactly those in fp32 and moved the transformer body to bf16 (dit_dtype knob, one-line rollback).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5720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QwenPI Training Optimization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36092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726680" y="4617720"/>
            <a:ext cx="36576" cy="320040"/>
          </a:xfrm>
          <a:prstGeom prst="rect">
            <a:avLst/>
          </a:prstGeom>
          <a:solidFill>
            <a:srgbClr val="76B900"/>
          </a:solidFill>
          <a:ln/>
        </p:spPr>
      </p:sp>
      <p:pic>
        <p:nvPicPr>
          <p:cNvPr id="33" name="Image 0" descr="/app/logos/nvidia-logo-blk-s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604004"/>
            <a:ext cx="100584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Sync Points: Where the CPU Blocks the GPU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Four CPU round-trips hide inside every baseline training step</a:t>
            </a:r>
            <a:endParaRPr lang="en-US" sz="1500" dirty="0"/>
          </a:p>
        </p:txBody>
      </p:sp>
      <p:pic>
        <p:nvPicPr>
          <p:cNvPr id="4" name="Image 0" descr="/work/tikz-syncpoi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6316" y="1280160"/>
            <a:ext cx="5871367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52958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GPU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234440" y="3529584"/>
            <a:ext cx="7315200" cy="274320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7" name="Shape 4"/>
          <p:cNvSpPr/>
          <p:nvPr/>
        </p:nvSpPr>
        <p:spPr>
          <a:xfrm>
            <a:off x="1234440" y="3547872"/>
            <a:ext cx="336499" cy="237744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8" name="Shape 5"/>
          <p:cNvSpPr/>
          <p:nvPr/>
        </p:nvSpPr>
        <p:spPr>
          <a:xfrm>
            <a:off x="1570939" y="3547872"/>
            <a:ext cx="395021" cy="237744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9" name="Shape 6"/>
          <p:cNvSpPr/>
          <p:nvPr/>
        </p:nvSpPr>
        <p:spPr>
          <a:xfrm>
            <a:off x="1965960" y="3547872"/>
            <a:ext cx="109728" cy="237744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10" name="Shape 7"/>
          <p:cNvSpPr/>
          <p:nvPr/>
        </p:nvSpPr>
        <p:spPr>
          <a:xfrm>
            <a:off x="2075688" y="3547872"/>
            <a:ext cx="402336" cy="237744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1" name="Shape 8"/>
          <p:cNvSpPr/>
          <p:nvPr/>
        </p:nvSpPr>
        <p:spPr>
          <a:xfrm>
            <a:off x="2478024" y="3547872"/>
            <a:ext cx="117043" cy="237744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12" name="Shape 9"/>
          <p:cNvSpPr/>
          <p:nvPr/>
        </p:nvSpPr>
        <p:spPr>
          <a:xfrm>
            <a:off x="2595067" y="3547872"/>
            <a:ext cx="1309421" cy="237744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3" name="Shape 10"/>
          <p:cNvSpPr/>
          <p:nvPr/>
        </p:nvSpPr>
        <p:spPr>
          <a:xfrm>
            <a:off x="3904488" y="3547872"/>
            <a:ext cx="109728" cy="237744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14" name="Shape 11"/>
          <p:cNvSpPr/>
          <p:nvPr/>
        </p:nvSpPr>
        <p:spPr>
          <a:xfrm>
            <a:off x="4160520" y="3547872"/>
            <a:ext cx="3511296" cy="237744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5" name="Shape 12"/>
          <p:cNvSpPr/>
          <p:nvPr/>
        </p:nvSpPr>
        <p:spPr>
          <a:xfrm>
            <a:off x="8037576" y="3547872"/>
            <a:ext cx="292608" cy="237744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6" name="Text 13"/>
          <p:cNvSpPr/>
          <p:nvPr/>
        </p:nvSpPr>
        <p:spPr>
          <a:xfrm>
            <a:off x="1329538" y="329184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90C5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944014" y="329184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90C5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463394" y="329184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90C5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882542" y="329184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90C5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234440" y="384048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one baseline step (807 ms, schematic) — red = GPU stalled on CPU work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0080" y="40416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b="1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Measured: 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stall 1 ≈ 37 ms at every step start; stall 3 ≈ 13 ms; stall 4 drains the launch pipeline twice per step — together seeding the 205 ms/step of GPU idle. The next page removes all four.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5720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QwenPI Training Optimization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36092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8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726680" y="4617720"/>
            <a:ext cx="36576" cy="320040"/>
          </a:xfrm>
          <a:prstGeom prst="rect">
            <a:avLst/>
          </a:prstGeom>
          <a:solidFill>
            <a:srgbClr val="76B900"/>
          </a:solidFill>
          <a:ln/>
        </p:spPr>
      </p:sp>
      <p:pic>
        <p:nvPicPr>
          <p:cNvPr id="25" name="Image 1" descr="/app/logos/nvidia-logo-blk-s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604004"/>
            <a:ext cx="100584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Removing the Sync Points: −67 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549 → 482 ms.  Every CPU round-trip moves off the critical path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Before — everything serialized inside forward()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5361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CPU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25880" y="1536192"/>
            <a:ext cx="3063240" cy="237744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7" name="Shape 5"/>
          <p:cNvSpPr/>
          <p:nvPr/>
        </p:nvSpPr>
        <p:spPr>
          <a:xfrm>
            <a:off x="1325880" y="1554480"/>
            <a:ext cx="980237" cy="201168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554480"/>
            <a:ext cx="9802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preprocess ~40 ms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244852" y="1554480"/>
            <a:ext cx="122530" cy="20116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10" name="Shape 8"/>
          <p:cNvSpPr/>
          <p:nvPr/>
        </p:nvSpPr>
        <p:spPr>
          <a:xfrm>
            <a:off x="3010662" y="1554480"/>
            <a:ext cx="122530" cy="20116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11" name="Shape 9"/>
          <p:cNvSpPr/>
          <p:nvPr/>
        </p:nvSpPr>
        <p:spPr>
          <a:xfrm>
            <a:off x="3868369" y="1554480"/>
            <a:ext cx="122530" cy="20116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4708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H2D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325880" y="1847088"/>
            <a:ext cx="3063240" cy="237744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4" name="Shape 12"/>
          <p:cNvSpPr/>
          <p:nvPr/>
        </p:nvSpPr>
        <p:spPr>
          <a:xfrm>
            <a:off x="2183587" y="1865376"/>
            <a:ext cx="153162" cy="201168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5798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GPU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325880" y="2157984"/>
            <a:ext cx="3063240" cy="237744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7" name="Shape 15"/>
          <p:cNvSpPr/>
          <p:nvPr/>
        </p:nvSpPr>
        <p:spPr>
          <a:xfrm>
            <a:off x="2336749" y="2176272"/>
            <a:ext cx="612648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8" name="Text 16"/>
          <p:cNvSpPr/>
          <p:nvPr/>
        </p:nvSpPr>
        <p:spPr>
          <a:xfrm>
            <a:off x="2336749" y="2176272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fwd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194456" y="2176272"/>
            <a:ext cx="612648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0" name="Text 18"/>
          <p:cNvSpPr/>
          <p:nvPr/>
        </p:nvSpPr>
        <p:spPr>
          <a:xfrm>
            <a:off x="3194456" y="2176272"/>
            <a:ext cx="612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bwd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052164" y="2176272"/>
            <a:ext cx="245059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28016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After — CPU work overlaps the previous step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0" y="15361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workers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23560" y="1536192"/>
            <a:ext cx="3063240" cy="237744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5" name="Shape 23"/>
          <p:cNvSpPr/>
          <p:nvPr/>
        </p:nvSpPr>
        <p:spPr>
          <a:xfrm>
            <a:off x="5623560" y="1554480"/>
            <a:ext cx="2879446" cy="201168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26" name="Text 24"/>
          <p:cNvSpPr/>
          <p:nvPr/>
        </p:nvSpPr>
        <p:spPr>
          <a:xfrm>
            <a:off x="5623560" y="1554480"/>
            <a:ext cx="28794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preprocess batch N+1 (8 DataLoader workers, pinned)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54880" y="184708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H2D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623560" y="1847088"/>
            <a:ext cx="3063240" cy="237744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9" name="Shape 27"/>
          <p:cNvSpPr/>
          <p:nvPr/>
        </p:nvSpPr>
        <p:spPr>
          <a:xfrm>
            <a:off x="5623560" y="1865376"/>
            <a:ext cx="183794" cy="201168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215798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GPU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623560" y="2157984"/>
            <a:ext cx="3063240" cy="237744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2" name="Shape 30"/>
          <p:cNvSpPr/>
          <p:nvPr/>
        </p:nvSpPr>
        <p:spPr>
          <a:xfrm>
            <a:off x="5684825" y="2176272"/>
            <a:ext cx="980237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3" name="Text 31"/>
          <p:cNvSpPr/>
          <p:nvPr/>
        </p:nvSpPr>
        <p:spPr>
          <a:xfrm>
            <a:off x="5684825" y="2176272"/>
            <a:ext cx="98023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fwd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695694" y="2176272"/>
            <a:ext cx="1133399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5" name="Text 33"/>
          <p:cNvSpPr/>
          <p:nvPr/>
        </p:nvSpPr>
        <p:spPr>
          <a:xfrm>
            <a:off x="6695694" y="2176272"/>
            <a:ext cx="11333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bwd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859725" y="2176272"/>
            <a:ext cx="398221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250545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90C5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red = per-step syncs (loss readback, DS timers, mm-merge check): each one drains the launch pipeline and strands the GPU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61488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480560"/>
                <a:gridCol w="201168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Preprocess in workers</a:t>
                      </a:r>
                      <a:endParaRPr lang="en-US" sz="9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HF processor (image patches + tokenize) runs in 8 workers, overlapped with the previous step</a:t>
                      </a:r>
                      <a:endParaRPr lang="en-US" sz="9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8564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~40 ms off the critical path</a:t>
                      </a:r>
                      <a:endParaRPr lang="en-US" sz="9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Side-stream H2D</a:t>
                      </a:r>
                      <a:endParaRPr lang="en-US" sz="9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pinned host batch + dedicated copy stream, overlaps the ZeRO-2 optimizer tail</a:t>
                      </a:r>
                      <a:endParaRPr lang="en-US" sz="9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8564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upload hidden</a:t>
                      </a:r>
                      <a:endParaRPr lang="en-US" sz="9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Sync-free logging</a:t>
                      </a:r>
                      <a:endParaRPr lang="en-US" sz="9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DeepSpeed timers unsynchronized; loss .item() only on logging steps</a:t>
                      </a:r>
                      <a:endParaRPr lang="en-US" sz="9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8564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2 device syncs / step removed</a:t>
                      </a:r>
                      <a:endParaRPr lang="en-US" sz="9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MRoPE position-id cache</a:t>
                      </a:r>
                      <a:endParaRPr lang="en-US" sz="9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3D position ids precomputed on CPU, cached by image grid</a:t>
                      </a:r>
                      <a:endParaRPr lang="en-US" sz="9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8564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~13 ms sync eliminated</a:t>
                      </a:r>
                      <a:endParaRPr lang="en-US" sz="9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+ Mixed attention</a:t>
                      </a:r>
                      <a:endParaRPr lang="en-US" sz="95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vision tower FA2 varlen (16 images / kernel); text stays SDPA — full FA2 measured slower at seq 192</a:t>
                      </a:r>
                      <a:endParaRPr lang="en-US" sz="9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08564"/>
                          </a:solidFill>
                          <a:latin typeface="NVIDIA Sans" pitchFamily="34" charset="0"/>
                          <a:ea typeface="NVIDIA Sans" pitchFamily="34" charset="-122"/>
                          <a:cs typeface="NVIDIA Sans" pitchFamily="34" charset="-120"/>
                        </a:rPr>
                        <a:t>−32 ms (482 → 450)</a:t>
                      </a:r>
                      <a:endParaRPr lang="en-US" sz="900" dirty="0">
                        <a:latin typeface="NVIDIA Sans" charset="0"/>
                        <a:ea typeface="NVIDIA Sans" charset="0"/>
                        <a:cs typeface="NVIDI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CD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9" name="Text 36"/>
          <p:cNvSpPr/>
          <p:nvPr/>
        </p:nvSpPr>
        <p:spPr>
          <a:xfrm>
            <a:off x="45720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QwenPI Training Optimization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36092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9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726680" y="4617720"/>
            <a:ext cx="36576" cy="320040"/>
          </a:xfrm>
          <a:prstGeom prst="rect">
            <a:avLst/>
          </a:prstGeom>
          <a:solidFill>
            <a:srgbClr val="76B900"/>
          </a:solidFill>
          <a:ln/>
        </p:spPr>
      </p:sp>
      <p:pic>
        <p:nvPicPr>
          <p:cNvPr id="42" name="Image 0" descr="/app/logos/nvidia-logo-blk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604004"/>
            <a:ext cx="100584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Why CUDA Graphs: Launch-Bound Forward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Anatomy of the Qwen3.5 forward — same math, very different wall clock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3990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Baseline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(eager)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920240" y="1417320"/>
            <a:ext cx="2131541" cy="38404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1417320"/>
            <a:ext cx="213154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GPU busy 50 ms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051781" y="1417320"/>
            <a:ext cx="4177819" cy="38404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8" name="Text 6"/>
          <p:cNvSpPr/>
          <p:nvPr/>
        </p:nvSpPr>
        <p:spPr>
          <a:xfrm>
            <a:off x="4051781" y="1417320"/>
            <a:ext cx="41778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waiting for launches 98 ms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302752" y="14173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148 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181965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3,929 kernel launches · 19.1 ms of cudaLaunchKernel CPU time · occupancy 34%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26771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Optimized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(CUDA Graphs)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20240" y="2286000"/>
            <a:ext cx="1577340" cy="38404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2286000"/>
            <a:ext cx="1577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GPU busy 37 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97580" y="2286000"/>
            <a:ext cx="1193663" cy="38404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15" name="Text 13"/>
          <p:cNvSpPr/>
          <p:nvPr/>
        </p:nvSpPr>
        <p:spPr>
          <a:xfrm>
            <a:off x="3497580" y="2286000"/>
            <a:ext cx="11936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waiting for launches 28 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64395" y="22860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65 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268833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6 graph launches + 736 eager · 9.4 ms launch CPU · occupancy 57%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20240" y="2907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2.3× </a:t>
            </a:r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faster forward wall clock — with 81% fewer launches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7200" y="3346704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An eager op costs 30–60 µs of Python dispatch + launch; the median kernel runs 8 µs — the GPU finishes before the CPU can feed the next one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Backward suffers far less (C++ autograd engine, occupancy 70%) — forward is where launch overhead bites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 CUDA Graph replays an entire 8-layer group as ONE cudaGraphLaunch — per-op dispatch leaves the critical path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Busy also shrinks 50 → 37 ms (mixed attention + fusion); the split isolates the launch effect. Windows: baseline Qwen3.5 fwd vs merged-main VLM fwd, same launch-window accounting.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QwenPI Training Optimization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6092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26680" y="4617720"/>
            <a:ext cx="36576" cy="320040"/>
          </a:xfrm>
          <a:prstGeom prst="rect">
            <a:avLst/>
          </a:prstGeom>
          <a:solidFill>
            <a:srgbClr val="76B900"/>
          </a:solidFill>
          <a:ln/>
        </p:spPr>
      </p:sp>
      <p:pic>
        <p:nvPicPr>
          <p:cNvPr id="24" name="Image 0" descr="/app/logos/nvidia-logo-blk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604004"/>
            <a:ext cx="100584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CUDA Graphs — and Why Four, Not One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450 → 328 ms (−122).  Capture once, replay every step</a:t>
            </a:r>
            <a:endParaRPr lang="en-US" sz="1500" dirty="0"/>
          </a:p>
        </p:txBody>
      </p:sp>
      <p:pic>
        <p:nvPicPr>
          <p:cNvPr id="4" name="Image 0" descr="/work/tikz-graph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026481" cy="2606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087368"/>
            <a:ext cx="33922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Enablers: static shapes (pad-192) · vision tower = 1 graph · DiT = torch.compile · merge sync-free eager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940881" y="1371600"/>
            <a:ext cx="47459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Why is the decoder FOUR graphs, not one?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940881" y="1682496"/>
            <a:ext cx="47459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DeepSpeed's compute-comm overlap must survive: 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AllReduce hooks fire only BETWEEN replays — never inside one.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940881" y="2103120"/>
            <a:ext cx="47459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4 graphs — AllReduce overlaps the group replays: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940881" y="23591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GPU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940881" y="25968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NCCL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443801" y="2359152"/>
            <a:ext cx="4197279" cy="2011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2" name="Shape 9"/>
          <p:cNvSpPr/>
          <p:nvPr/>
        </p:nvSpPr>
        <p:spPr>
          <a:xfrm>
            <a:off x="4443801" y="2596896"/>
            <a:ext cx="4197279" cy="2011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3" name="Shape 10"/>
          <p:cNvSpPr/>
          <p:nvPr/>
        </p:nvSpPr>
        <p:spPr>
          <a:xfrm>
            <a:off x="4443801" y="2368296"/>
            <a:ext cx="755510" cy="18288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4" name="Text 11"/>
          <p:cNvSpPr/>
          <p:nvPr/>
        </p:nvSpPr>
        <p:spPr>
          <a:xfrm>
            <a:off x="4443801" y="2359152"/>
            <a:ext cx="7555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bwd G4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283257" y="2368296"/>
            <a:ext cx="755510" cy="18288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6" name="Text 13"/>
          <p:cNvSpPr/>
          <p:nvPr/>
        </p:nvSpPr>
        <p:spPr>
          <a:xfrm>
            <a:off x="5283257" y="2359152"/>
            <a:ext cx="7555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bwd G3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122713" y="2368296"/>
            <a:ext cx="755510" cy="18288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8" name="Text 15"/>
          <p:cNvSpPr/>
          <p:nvPr/>
        </p:nvSpPr>
        <p:spPr>
          <a:xfrm>
            <a:off x="6122713" y="2359152"/>
            <a:ext cx="7555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bwd G2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962168" y="2368296"/>
            <a:ext cx="755510" cy="18288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0" name="Text 17"/>
          <p:cNvSpPr/>
          <p:nvPr/>
        </p:nvSpPr>
        <p:spPr>
          <a:xfrm>
            <a:off x="6962168" y="2359152"/>
            <a:ext cx="75551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bwd G1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241284" y="2606040"/>
            <a:ext cx="629592" cy="182880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22" name="Shape 19"/>
          <p:cNvSpPr/>
          <p:nvPr/>
        </p:nvSpPr>
        <p:spPr>
          <a:xfrm>
            <a:off x="6080740" y="2606040"/>
            <a:ext cx="629592" cy="182880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23" name="Shape 20"/>
          <p:cNvSpPr/>
          <p:nvPr/>
        </p:nvSpPr>
        <p:spPr>
          <a:xfrm>
            <a:off x="6920196" y="2606040"/>
            <a:ext cx="629592" cy="182880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24" name="Shape 21"/>
          <p:cNvSpPr/>
          <p:nvPr/>
        </p:nvSpPr>
        <p:spPr>
          <a:xfrm>
            <a:off x="7759651" y="2606040"/>
            <a:ext cx="293810" cy="182880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25" name="Shape 22"/>
          <p:cNvSpPr/>
          <p:nvPr/>
        </p:nvSpPr>
        <p:spPr>
          <a:xfrm>
            <a:off x="8053461" y="2340864"/>
            <a:ext cx="0" cy="475488"/>
          </a:xfrm>
          <a:prstGeom prst="line">
            <a:avLst/>
          </a:prstGeom>
          <a:noFill/>
          <a:ln w="22225">
            <a:solidFill>
              <a:srgbClr val="890C5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940881" y="2907792"/>
            <a:ext cx="47459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1 graph — every AllReduce waits for the whole backward: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940881" y="316382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GPU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3940881" y="34015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NCCL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443801" y="3163824"/>
            <a:ext cx="4197279" cy="2011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0" name="Shape 27"/>
          <p:cNvSpPr/>
          <p:nvPr/>
        </p:nvSpPr>
        <p:spPr>
          <a:xfrm>
            <a:off x="4443801" y="3401568"/>
            <a:ext cx="4197279" cy="2011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31" name="Shape 28"/>
          <p:cNvSpPr/>
          <p:nvPr/>
        </p:nvSpPr>
        <p:spPr>
          <a:xfrm>
            <a:off x="4443801" y="3172968"/>
            <a:ext cx="3273878" cy="18288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2" name="Text 29"/>
          <p:cNvSpPr/>
          <p:nvPr/>
        </p:nvSpPr>
        <p:spPr>
          <a:xfrm>
            <a:off x="4443801" y="3163824"/>
            <a:ext cx="32738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backward (one giant graph, hooks cannot fire inside)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17679" y="3410712"/>
            <a:ext cx="293810" cy="182880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34" name="Shape 31"/>
          <p:cNvSpPr/>
          <p:nvPr/>
        </p:nvSpPr>
        <p:spPr>
          <a:xfrm>
            <a:off x="8032475" y="3410712"/>
            <a:ext cx="293810" cy="182880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35" name="Shape 32"/>
          <p:cNvSpPr/>
          <p:nvPr/>
        </p:nvSpPr>
        <p:spPr>
          <a:xfrm>
            <a:off x="8347270" y="3410712"/>
            <a:ext cx="293810" cy="182880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36" name="Shape 33"/>
          <p:cNvSpPr/>
          <p:nvPr/>
        </p:nvSpPr>
        <p:spPr>
          <a:xfrm>
            <a:off x="8641080" y="3145536"/>
            <a:ext cx="0" cy="475488"/>
          </a:xfrm>
          <a:prstGeom prst="line">
            <a:avLst/>
          </a:prstGeom>
          <a:noFill/>
          <a:ln w="22225">
            <a:solidFill>
              <a:srgbClr val="890C5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940881" y="3621024"/>
            <a:ext cx="474591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same compute, same bytes — the red line is where the step ends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3940881" y="3785616"/>
            <a:ext cx="4745919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9" name="Shape 36"/>
          <p:cNvSpPr/>
          <p:nvPr/>
        </p:nvSpPr>
        <p:spPr>
          <a:xfrm>
            <a:off x="3940881" y="3785616"/>
            <a:ext cx="54864" cy="54864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0" name="Text 37"/>
          <p:cNvSpPr/>
          <p:nvPr/>
        </p:nvSpPr>
        <p:spPr>
          <a:xfrm>
            <a:off x="4123761" y="3785616"/>
            <a:ext cx="44715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Kernel launches: 13.9k → 6.4k per step. </a:t>
            </a:r>
            <a:pPr indent="0" marL="0">
              <a:buNone/>
            </a:pPr>
            <a:r>
              <a:rPr lang="en-US" sz="11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CPU launch cost leaves the critical path; GPU idle collapses.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45720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QwenPI Training Optimization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36092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11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7726680" y="4617720"/>
            <a:ext cx="36576" cy="320040"/>
          </a:xfrm>
          <a:prstGeom prst="rect">
            <a:avLst/>
          </a:prstGeom>
          <a:solidFill>
            <a:srgbClr val="76B900"/>
          </a:solidFill>
          <a:ln/>
        </p:spPr>
      </p:sp>
      <p:pic>
        <p:nvPicPr>
          <p:cNvPr id="44" name="Image 1" descr="/app/logos/nvidia-logo-blk-s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604004"/>
            <a:ext cx="100584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ZeRO-2 Comm Tuning: Two Knobs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328 → 306 ms.  Two different problems: a redundant flatten, and a blocked backward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96926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969264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2435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Knob 1 · reduce_scatter → false   (−14 ms)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1792" y="148132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reduce_scatter=true is still a full all_reduce underneath — it just adds a per-bucket flatten (22 ms CatArrayBatchedCopy) + copy-back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false = one all_reduce on the already-contiguous bucket: same bytes, no reshuffle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96926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188720"/>
            <a:ext cx="54864" cy="969264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0" name="Text 8"/>
          <p:cNvSpPr/>
          <p:nvPr/>
        </p:nvSpPr>
        <p:spPr>
          <a:xfrm>
            <a:off x="4828032" y="12435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Knob 2 · reduce_bucket_size → 1.5e9   (−13 ms)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28032" y="148132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Grads double-buffer into TWO buckets; every boundary makes compute wait on the reduction stream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Too small → backward stalls behind its own AllReduces (below). Too big → exposed tail (2e9 worse)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3042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bucket 5e8 — backward 167 ms · 18 AllReduces · 15 stalls, 47 ms of blocked compute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52374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Compute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234440" y="2523744"/>
            <a:ext cx="7360920" cy="2011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614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NCCL AR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234440" y="2761488"/>
            <a:ext cx="7360920" cy="2011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7" name="Shape 15"/>
          <p:cNvSpPr/>
          <p:nvPr/>
        </p:nvSpPr>
        <p:spPr>
          <a:xfrm>
            <a:off x="1234873" y="2542032"/>
            <a:ext cx="1204160" cy="16459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8" name="Shape 16"/>
          <p:cNvSpPr/>
          <p:nvPr/>
        </p:nvSpPr>
        <p:spPr>
          <a:xfrm>
            <a:off x="2665922" y="2542032"/>
            <a:ext cx="20351" cy="16459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9" name="Shape 17"/>
          <p:cNvSpPr/>
          <p:nvPr/>
        </p:nvSpPr>
        <p:spPr>
          <a:xfrm>
            <a:off x="2879822" y="2542032"/>
            <a:ext cx="19918" cy="16459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0" name="Shape 18"/>
          <p:cNvSpPr/>
          <p:nvPr/>
        </p:nvSpPr>
        <p:spPr>
          <a:xfrm>
            <a:off x="3089825" y="2542032"/>
            <a:ext cx="19918" cy="16459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1" name="Shape 19"/>
          <p:cNvSpPr/>
          <p:nvPr/>
        </p:nvSpPr>
        <p:spPr>
          <a:xfrm>
            <a:off x="3300694" y="2542032"/>
            <a:ext cx="19918" cy="16459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2" name="Shape 20"/>
          <p:cNvSpPr/>
          <p:nvPr/>
        </p:nvSpPr>
        <p:spPr>
          <a:xfrm>
            <a:off x="3363045" y="2542032"/>
            <a:ext cx="11691" cy="16459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3" name="Shape 21"/>
          <p:cNvSpPr/>
          <p:nvPr/>
        </p:nvSpPr>
        <p:spPr>
          <a:xfrm>
            <a:off x="3503768" y="2542032"/>
            <a:ext cx="763371" cy="16459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4" name="Shape 22"/>
          <p:cNvSpPr/>
          <p:nvPr/>
        </p:nvSpPr>
        <p:spPr>
          <a:xfrm>
            <a:off x="4338150" y="2542032"/>
            <a:ext cx="692359" cy="16459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5" name="Shape 23"/>
          <p:cNvSpPr/>
          <p:nvPr/>
        </p:nvSpPr>
        <p:spPr>
          <a:xfrm>
            <a:off x="5212368" y="2542032"/>
            <a:ext cx="19918" cy="16459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6" name="Shape 24"/>
          <p:cNvSpPr/>
          <p:nvPr/>
        </p:nvSpPr>
        <p:spPr>
          <a:xfrm>
            <a:off x="5259131" y="2542032"/>
            <a:ext cx="705782" cy="16459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7" name="Shape 25"/>
          <p:cNvSpPr/>
          <p:nvPr/>
        </p:nvSpPr>
        <p:spPr>
          <a:xfrm>
            <a:off x="6158462" y="2542032"/>
            <a:ext cx="19918" cy="16459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8" name="Shape 26"/>
          <p:cNvSpPr/>
          <p:nvPr/>
        </p:nvSpPr>
        <p:spPr>
          <a:xfrm>
            <a:off x="6196999" y="2542032"/>
            <a:ext cx="708380" cy="16459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9" name="Shape 27"/>
          <p:cNvSpPr/>
          <p:nvPr/>
        </p:nvSpPr>
        <p:spPr>
          <a:xfrm>
            <a:off x="7116248" y="2542032"/>
            <a:ext cx="19052" cy="16459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0" name="Shape 28"/>
          <p:cNvSpPr/>
          <p:nvPr/>
        </p:nvSpPr>
        <p:spPr>
          <a:xfrm>
            <a:off x="7150022" y="2542032"/>
            <a:ext cx="655988" cy="16459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867062" y="2542032"/>
            <a:ext cx="123404" cy="16459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2" name="Shape 30"/>
          <p:cNvSpPr/>
          <p:nvPr/>
        </p:nvSpPr>
        <p:spPr>
          <a:xfrm>
            <a:off x="8054549" y="2542032"/>
            <a:ext cx="19918" cy="16459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3" name="Shape 31"/>
          <p:cNvSpPr/>
          <p:nvPr/>
        </p:nvSpPr>
        <p:spPr>
          <a:xfrm>
            <a:off x="8340326" y="2542032"/>
            <a:ext cx="25547" cy="16459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4" name="Shape 32"/>
          <p:cNvSpPr/>
          <p:nvPr/>
        </p:nvSpPr>
        <p:spPr>
          <a:xfrm>
            <a:off x="2439033" y="2519172"/>
            <a:ext cx="226890" cy="4114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35" name="Shape 33"/>
          <p:cNvSpPr/>
          <p:nvPr/>
        </p:nvSpPr>
        <p:spPr>
          <a:xfrm>
            <a:off x="2686273" y="2519172"/>
            <a:ext cx="193549" cy="4114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36" name="Shape 34"/>
          <p:cNvSpPr/>
          <p:nvPr/>
        </p:nvSpPr>
        <p:spPr>
          <a:xfrm>
            <a:off x="2899740" y="2519172"/>
            <a:ext cx="190085" cy="4114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37" name="Shape 35"/>
          <p:cNvSpPr/>
          <p:nvPr/>
        </p:nvSpPr>
        <p:spPr>
          <a:xfrm>
            <a:off x="3109743" y="2519172"/>
            <a:ext cx="190951" cy="4114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38" name="Shape 36"/>
          <p:cNvSpPr/>
          <p:nvPr/>
        </p:nvSpPr>
        <p:spPr>
          <a:xfrm>
            <a:off x="3320611" y="2519172"/>
            <a:ext cx="42434" cy="4114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39" name="Shape 37"/>
          <p:cNvSpPr/>
          <p:nvPr/>
        </p:nvSpPr>
        <p:spPr>
          <a:xfrm>
            <a:off x="3374736" y="2519172"/>
            <a:ext cx="129033" cy="4114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40" name="Shape 38"/>
          <p:cNvSpPr/>
          <p:nvPr/>
        </p:nvSpPr>
        <p:spPr>
          <a:xfrm>
            <a:off x="4267139" y="2519172"/>
            <a:ext cx="71011" cy="4114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41" name="Shape 39"/>
          <p:cNvSpPr/>
          <p:nvPr/>
        </p:nvSpPr>
        <p:spPr>
          <a:xfrm>
            <a:off x="5030510" y="2519172"/>
            <a:ext cx="181858" cy="4114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42" name="Shape 40"/>
          <p:cNvSpPr/>
          <p:nvPr/>
        </p:nvSpPr>
        <p:spPr>
          <a:xfrm>
            <a:off x="5232286" y="2519172"/>
            <a:ext cx="26846" cy="4114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43" name="Shape 41"/>
          <p:cNvSpPr/>
          <p:nvPr/>
        </p:nvSpPr>
        <p:spPr>
          <a:xfrm>
            <a:off x="5964914" y="2519172"/>
            <a:ext cx="193549" cy="4114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44" name="Shape 42"/>
          <p:cNvSpPr/>
          <p:nvPr/>
        </p:nvSpPr>
        <p:spPr>
          <a:xfrm>
            <a:off x="6905379" y="2519172"/>
            <a:ext cx="210869" cy="4114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45" name="Shape 43"/>
          <p:cNvSpPr/>
          <p:nvPr/>
        </p:nvSpPr>
        <p:spPr>
          <a:xfrm>
            <a:off x="7806010" y="2519172"/>
            <a:ext cx="61052" cy="4114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46" name="Shape 44"/>
          <p:cNvSpPr/>
          <p:nvPr/>
        </p:nvSpPr>
        <p:spPr>
          <a:xfrm>
            <a:off x="7990466" y="2519172"/>
            <a:ext cx="64083" cy="4114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47" name="Shape 45"/>
          <p:cNvSpPr/>
          <p:nvPr/>
        </p:nvSpPr>
        <p:spPr>
          <a:xfrm>
            <a:off x="8074467" y="2519172"/>
            <a:ext cx="56289" cy="4114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48" name="Shape 46"/>
          <p:cNvSpPr/>
          <p:nvPr/>
        </p:nvSpPr>
        <p:spPr>
          <a:xfrm>
            <a:off x="8131622" y="2519172"/>
            <a:ext cx="208704" cy="4114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49" name="Shape 47"/>
          <p:cNvSpPr/>
          <p:nvPr/>
        </p:nvSpPr>
        <p:spPr>
          <a:xfrm>
            <a:off x="2492291" y="2779776"/>
            <a:ext cx="173631" cy="16459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50" name="Shape 48"/>
          <p:cNvSpPr/>
          <p:nvPr/>
        </p:nvSpPr>
        <p:spPr>
          <a:xfrm>
            <a:off x="2688438" y="2779776"/>
            <a:ext cx="191384" cy="16459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51" name="Shape 49"/>
          <p:cNvSpPr/>
          <p:nvPr/>
        </p:nvSpPr>
        <p:spPr>
          <a:xfrm>
            <a:off x="2901039" y="2779776"/>
            <a:ext cx="188786" cy="16459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52" name="Shape 50"/>
          <p:cNvSpPr/>
          <p:nvPr/>
        </p:nvSpPr>
        <p:spPr>
          <a:xfrm>
            <a:off x="3112341" y="2779776"/>
            <a:ext cx="188353" cy="16459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53" name="Shape 51"/>
          <p:cNvSpPr/>
          <p:nvPr/>
        </p:nvSpPr>
        <p:spPr>
          <a:xfrm>
            <a:off x="3321044" y="2779776"/>
            <a:ext cx="182724" cy="16459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54" name="Shape 52"/>
          <p:cNvSpPr/>
          <p:nvPr/>
        </p:nvSpPr>
        <p:spPr>
          <a:xfrm>
            <a:off x="3525418" y="2779776"/>
            <a:ext cx="199178" cy="16459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55" name="Shape 53"/>
          <p:cNvSpPr/>
          <p:nvPr/>
        </p:nvSpPr>
        <p:spPr>
          <a:xfrm>
            <a:off x="4296583" y="2779776"/>
            <a:ext cx="198745" cy="16459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56" name="Shape 54"/>
          <p:cNvSpPr/>
          <p:nvPr/>
        </p:nvSpPr>
        <p:spPr>
          <a:xfrm>
            <a:off x="5035273" y="2779776"/>
            <a:ext cx="177095" cy="16459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57" name="Shape 55"/>
          <p:cNvSpPr/>
          <p:nvPr/>
        </p:nvSpPr>
        <p:spPr>
          <a:xfrm>
            <a:off x="5233152" y="2779776"/>
            <a:ext cx="210003" cy="16459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58" name="Shape 56"/>
          <p:cNvSpPr/>
          <p:nvPr/>
        </p:nvSpPr>
        <p:spPr>
          <a:xfrm>
            <a:off x="5973573" y="2779776"/>
            <a:ext cx="184889" cy="16459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59" name="Shape 57"/>
          <p:cNvSpPr/>
          <p:nvPr/>
        </p:nvSpPr>
        <p:spPr>
          <a:xfrm>
            <a:off x="6179679" y="2779776"/>
            <a:ext cx="206106" cy="16459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60" name="Shape 58"/>
          <p:cNvSpPr/>
          <p:nvPr/>
        </p:nvSpPr>
        <p:spPr>
          <a:xfrm>
            <a:off x="6918802" y="2779776"/>
            <a:ext cx="197013" cy="16459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61" name="Shape 59"/>
          <p:cNvSpPr/>
          <p:nvPr/>
        </p:nvSpPr>
        <p:spPr>
          <a:xfrm>
            <a:off x="7136599" y="2779776"/>
            <a:ext cx="208704" cy="16459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62" name="Shape 60"/>
          <p:cNvSpPr/>
          <p:nvPr/>
        </p:nvSpPr>
        <p:spPr>
          <a:xfrm>
            <a:off x="7862732" y="2779776"/>
            <a:ext cx="191817" cy="16459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63" name="Shape 61"/>
          <p:cNvSpPr/>
          <p:nvPr/>
        </p:nvSpPr>
        <p:spPr>
          <a:xfrm>
            <a:off x="8118199" y="2779776"/>
            <a:ext cx="12124" cy="16459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64" name="Shape 62"/>
          <p:cNvSpPr/>
          <p:nvPr/>
        </p:nvSpPr>
        <p:spPr>
          <a:xfrm>
            <a:off x="8135519" y="2779776"/>
            <a:ext cx="204807" cy="16459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65" name="Text 63"/>
          <p:cNvSpPr/>
          <p:nvPr/>
        </p:nvSpPr>
        <p:spPr>
          <a:xfrm>
            <a:off x="457200" y="31272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bucket 1.5e9 — backward 154 ms · 8 AllReduces · 8 stalls, 27 ms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457200" y="334670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Compute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1234440" y="3346704"/>
            <a:ext cx="7360920" cy="2011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68" name="Text 66"/>
          <p:cNvSpPr/>
          <p:nvPr/>
        </p:nvSpPr>
        <p:spPr>
          <a:xfrm>
            <a:off x="457200" y="358444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NCCL AR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1234440" y="3584448"/>
            <a:ext cx="7360920" cy="2011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70" name="Shape 68"/>
          <p:cNvSpPr/>
          <p:nvPr/>
        </p:nvSpPr>
        <p:spPr>
          <a:xfrm>
            <a:off x="1234873" y="3364992"/>
            <a:ext cx="1191170" cy="16459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71" name="Shape 69"/>
          <p:cNvSpPr/>
          <p:nvPr/>
        </p:nvSpPr>
        <p:spPr>
          <a:xfrm>
            <a:off x="2714851" y="3364992"/>
            <a:ext cx="888073" cy="16459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72" name="Shape 70"/>
          <p:cNvSpPr/>
          <p:nvPr/>
        </p:nvSpPr>
        <p:spPr>
          <a:xfrm>
            <a:off x="3681729" y="3364992"/>
            <a:ext cx="866857" cy="16459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73" name="Shape 71"/>
          <p:cNvSpPr/>
          <p:nvPr/>
        </p:nvSpPr>
        <p:spPr>
          <a:xfrm>
            <a:off x="4610071" y="3364992"/>
            <a:ext cx="871620" cy="16459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74" name="Shape 72"/>
          <p:cNvSpPr/>
          <p:nvPr/>
        </p:nvSpPr>
        <p:spPr>
          <a:xfrm>
            <a:off x="5535815" y="3364992"/>
            <a:ext cx="615286" cy="16459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75" name="Shape 73"/>
          <p:cNvSpPr/>
          <p:nvPr/>
        </p:nvSpPr>
        <p:spPr>
          <a:xfrm>
            <a:off x="6222979" y="3364992"/>
            <a:ext cx="824423" cy="16459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76" name="Shape 74"/>
          <p:cNvSpPr/>
          <p:nvPr/>
        </p:nvSpPr>
        <p:spPr>
          <a:xfrm>
            <a:off x="7103691" y="3364992"/>
            <a:ext cx="87898" cy="16459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77" name="Shape 75"/>
          <p:cNvSpPr/>
          <p:nvPr/>
        </p:nvSpPr>
        <p:spPr>
          <a:xfrm>
            <a:off x="7509841" y="3364992"/>
            <a:ext cx="37671" cy="16459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78" name="Shape 76"/>
          <p:cNvSpPr/>
          <p:nvPr/>
        </p:nvSpPr>
        <p:spPr>
          <a:xfrm>
            <a:off x="7798216" y="3364992"/>
            <a:ext cx="25547" cy="16459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79" name="Shape 77"/>
          <p:cNvSpPr/>
          <p:nvPr/>
        </p:nvSpPr>
        <p:spPr>
          <a:xfrm>
            <a:off x="2426043" y="3342132"/>
            <a:ext cx="288808" cy="4114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80" name="Shape 78"/>
          <p:cNvSpPr/>
          <p:nvPr/>
        </p:nvSpPr>
        <p:spPr>
          <a:xfrm>
            <a:off x="3602924" y="3342132"/>
            <a:ext cx="78805" cy="4114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81" name="Shape 79"/>
          <p:cNvSpPr/>
          <p:nvPr/>
        </p:nvSpPr>
        <p:spPr>
          <a:xfrm>
            <a:off x="4548586" y="3342132"/>
            <a:ext cx="61485" cy="4114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82" name="Shape 80"/>
          <p:cNvSpPr/>
          <p:nvPr/>
        </p:nvSpPr>
        <p:spPr>
          <a:xfrm>
            <a:off x="5481691" y="3342132"/>
            <a:ext cx="54124" cy="4114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83" name="Shape 81"/>
          <p:cNvSpPr/>
          <p:nvPr/>
        </p:nvSpPr>
        <p:spPr>
          <a:xfrm>
            <a:off x="6151102" y="3342132"/>
            <a:ext cx="71877" cy="4114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84" name="Shape 82"/>
          <p:cNvSpPr/>
          <p:nvPr/>
        </p:nvSpPr>
        <p:spPr>
          <a:xfrm>
            <a:off x="7047402" y="3342132"/>
            <a:ext cx="56289" cy="4114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85" name="Shape 83"/>
          <p:cNvSpPr/>
          <p:nvPr/>
        </p:nvSpPr>
        <p:spPr>
          <a:xfrm>
            <a:off x="7191589" y="3342132"/>
            <a:ext cx="318252" cy="4114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86" name="Shape 84"/>
          <p:cNvSpPr/>
          <p:nvPr/>
        </p:nvSpPr>
        <p:spPr>
          <a:xfrm>
            <a:off x="7547511" y="3342132"/>
            <a:ext cx="250704" cy="41148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87" name="Shape 85"/>
          <p:cNvSpPr/>
          <p:nvPr/>
        </p:nvSpPr>
        <p:spPr>
          <a:xfrm>
            <a:off x="2584519" y="3602736"/>
            <a:ext cx="523058" cy="16459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88" name="Shape 86"/>
          <p:cNvSpPr/>
          <p:nvPr/>
        </p:nvSpPr>
        <p:spPr>
          <a:xfrm>
            <a:off x="3603357" y="3602736"/>
            <a:ext cx="527821" cy="16459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89" name="Shape 87"/>
          <p:cNvSpPr/>
          <p:nvPr/>
        </p:nvSpPr>
        <p:spPr>
          <a:xfrm>
            <a:off x="4583226" y="3602736"/>
            <a:ext cx="513965" cy="16459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90" name="Shape 88"/>
          <p:cNvSpPr/>
          <p:nvPr/>
        </p:nvSpPr>
        <p:spPr>
          <a:xfrm>
            <a:off x="6168421" y="3602736"/>
            <a:ext cx="500110" cy="16459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91" name="Shape 89"/>
          <p:cNvSpPr/>
          <p:nvPr/>
        </p:nvSpPr>
        <p:spPr>
          <a:xfrm>
            <a:off x="7191589" y="3602736"/>
            <a:ext cx="317819" cy="16459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92" name="Shape 90"/>
          <p:cNvSpPr/>
          <p:nvPr/>
        </p:nvSpPr>
        <p:spPr>
          <a:xfrm>
            <a:off x="7593409" y="3602736"/>
            <a:ext cx="204807" cy="16459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93" name="Shape 91"/>
          <p:cNvSpPr/>
          <p:nvPr/>
        </p:nvSpPr>
        <p:spPr>
          <a:xfrm>
            <a:off x="8459832" y="3602736"/>
            <a:ext cx="9144" cy="164592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94" name="Text 92"/>
          <p:cNvSpPr/>
          <p:nvPr/>
        </p:nvSpPr>
        <p:spPr>
          <a:xfrm>
            <a:off x="1234440" y="3913632"/>
            <a:ext cx="7360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one backward pass, real kernels (node-level nsys, same node, same bytes) · red = compute stream stalled at a bucket rendezvous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640080" y="411480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b="1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No conflict — they compose: 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bucket size sets how OFTEN compute and reduction rendezvous; reduce_scatter sets how much copy work rides on each reduction. Both shrink the backward stall, independently.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45720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QwenPI Training Optimization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736092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12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7726680" y="4617720"/>
            <a:ext cx="36576" cy="320040"/>
          </a:xfrm>
          <a:prstGeom prst="rect">
            <a:avLst/>
          </a:prstGeom>
          <a:solidFill>
            <a:srgbClr val="76B900"/>
          </a:solidFill>
          <a:ln/>
        </p:spPr>
      </p:sp>
      <p:pic>
        <p:nvPicPr>
          <p:cNvPr id="99" name="Image 0" descr="/app/logos/nvidia-logo-blk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604004"/>
            <a:ext cx="100584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Batch Scaling: Sweet Spot at 24 per GPU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Same optimized config, only per-GPU batch changes — peak 309 samples/node/s (period basis)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5840" y="3840480"/>
            <a:ext cx="4846320" cy="0"/>
          </a:xfrm>
          <a:prstGeom prst="line">
            <a:avLst/>
          </a:prstGeom>
          <a:noFill/>
          <a:ln w="9525">
            <a:solidFill>
              <a:srgbClr val="EAEA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749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05840" y="3223260"/>
            <a:ext cx="4846320" cy="0"/>
          </a:xfrm>
          <a:prstGeom prst="line">
            <a:avLst/>
          </a:prstGeom>
          <a:noFill/>
          <a:ln w="9525">
            <a:solidFill>
              <a:srgbClr val="EAEA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318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100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05840" y="2606040"/>
            <a:ext cx="4846320" cy="0"/>
          </a:xfrm>
          <a:prstGeom prst="line">
            <a:avLst/>
          </a:prstGeom>
          <a:noFill/>
          <a:ln w="9525">
            <a:solidFill>
              <a:srgbClr val="EAEA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14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200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05840" y="1988820"/>
            <a:ext cx="4846320" cy="0"/>
          </a:xfrm>
          <a:prstGeom prst="line">
            <a:avLst/>
          </a:prstGeom>
          <a:noFill/>
          <a:ln w="9525">
            <a:solidFill>
              <a:srgbClr val="EAEA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973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300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5840" y="1371600"/>
            <a:ext cx="4846320" cy="0"/>
          </a:xfrm>
          <a:prstGeom prst="line">
            <a:avLst/>
          </a:prstGeom>
          <a:noFill/>
          <a:ln w="9525">
            <a:solidFill>
              <a:srgbClr val="EAEA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2801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400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05840" y="2606040"/>
            <a:ext cx="4846320" cy="0"/>
          </a:xfrm>
          <a:prstGeom prst="line">
            <a:avLst/>
          </a:prstGeom>
          <a:noFill/>
          <a:ln w="15875">
            <a:solidFill>
              <a:srgbClr val="5E5E5E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051560" y="13990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samples / node / s   ·   dashed = 200/node/s target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268730" y="2550490"/>
            <a:ext cx="685800" cy="1289990"/>
          </a:xfrm>
          <a:prstGeom prst="rect">
            <a:avLst/>
          </a:prstGeom>
          <a:solidFill>
            <a:srgbClr val="008564"/>
          </a:solidFill>
          <a:ln/>
        </p:spPr>
      </p:sp>
      <p:sp>
        <p:nvSpPr>
          <p:cNvPr id="17" name="Text 15"/>
          <p:cNvSpPr/>
          <p:nvPr/>
        </p:nvSpPr>
        <p:spPr>
          <a:xfrm>
            <a:off x="1131570" y="229445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564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209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31570" y="389534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bs 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85850" y="409651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MFU 18.8%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80310" y="2124608"/>
            <a:ext cx="685800" cy="1715872"/>
          </a:xfrm>
          <a:prstGeom prst="rect">
            <a:avLst/>
          </a:prstGeom>
          <a:solidFill>
            <a:srgbClr val="008564"/>
          </a:solidFill>
          <a:ln/>
        </p:spPr>
      </p:sp>
      <p:sp>
        <p:nvSpPr>
          <p:cNvPr id="21" name="Text 19"/>
          <p:cNvSpPr/>
          <p:nvPr/>
        </p:nvSpPr>
        <p:spPr>
          <a:xfrm>
            <a:off x="2343150" y="186857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564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278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343150" y="389534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bs 16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97430" y="409651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MFU 24.9%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91890" y="1933270"/>
            <a:ext cx="685800" cy="190721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5" name="Text 23"/>
          <p:cNvSpPr/>
          <p:nvPr/>
        </p:nvSpPr>
        <p:spPr>
          <a:xfrm>
            <a:off x="3554730" y="167723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309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54730" y="389534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bs 24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09010" y="409651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MFU 27.7%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903470" y="2328291"/>
            <a:ext cx="685800" cy="1512189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29" name="Text 27"/>
          <p:cNvSpPr/>
          <p:nvPr/>
        </p:nvSpPr>
        <p:spPr>
          <a:xfrm>
            <a:off x="4766310" y="2072259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90C5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245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66310" y="389534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bs 32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20590" y="409651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MFU 22.0%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1560" y="13990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samples / node / 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0" y="141732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Batching amortizes launch, comm and the AllGather drain: MFU climbs 18.8% → 27.7%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bs 32 regresses hard (1043 ms/step): not OOM, not the dataloader — memory-pressure effects under investigation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Larger global batch (192) changes optimization dynamics — needs a convergence run before adoption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QwenPI Training Optimization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6092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13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726680" y="4617720"/>
            <a:ext cx="36576" cy="320040"/>
          </a:xfrm>
          <a:prstGeom prst="rect">
            <a:avLst/>
          </a:prstGeom>
          <a:solidFill>
            <a:srgbClr val="76B900"/>
          </a:solidFill>
          <a:ln/>
        </p:spPr>
      </p:sp>
      <p:pic>
        <p:nvPicPr>
          <p:cNvPr id="37" name="Image 0" descr="/app/logos/nvidia-logo-blk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604004"/>
            <a:ext cx="100584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The optimized step, end to end — and where the next milliseconds live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508760" y="1207008"/>
            <a:ext cx="1482036" cy="237744"/>
          </a:xfrm>
          <a:prstGeom prst="rect">
            <a:avLst/>
          </a:prstGeom>
          <a:solidFill>
            <a:srgbClr val="5D1682"/>
          </a:solidFill>
          <a:ln/>
        </p:spPr>
      </p:sp>
      <p:sp>
        <p:nvSpPr>
          <p:cNvPr id="5" name="Text 3"/>
          <p:cNvSpPr/>
          <p:nvPr/>
        </p:nvSpPr>
        <p:spPr>
          <a:xfrm>
            <a:off x="1508760" y="1207008"/>
            <a:ext cx="14820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Forward 76 ms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991384" y="1207008"/>
            <a:ext cx="3026003" cy="237744"/>
          </a:xfrm>
          <a:prstGeom prst="rect">
            <a:avLst/>
          </a:prstGeom>
          <a:solidFill>
            <a:srgbClr val="008564"/>
          </a:solidFill>
          <a:ln/>
        </p:spPr>
      </p:sp>
      <p:sp>
        <p:nvSpPr>
          <p:cNvPr id="7" name="Text 5"/>
          <p:cNvSpPr/>
          <p:nvPr/>
        </p:nvSpPr>
        <p:spPr>
          <a:xfrm>
            <a:off x="2991384" y="1207008"/>
            <a:ext cx="30260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Backward 154 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017387" y="1207008"/>
            <a:ext cx="518183" cy="237744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9" name="Text 7"/>
          <p:cNvSpPr/>
          <p:nvPr/>
        </p:nvSpPr>
        <p:spPr>
          <a:xfrm>
            <a:off x="6017387" y="1207008"/>
            <a:ext cx="51818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Optim 26 ms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35570" y="1207008"/>
            <a:ext cx="1099670" cy="237744"/>
          </a:xfrm>
          <a:prstGeom prst="rect">
            <a:avLst/>
          </a:prstGeom>
          <a:solidFill>
            <a:srgbClr val="890C58"/>
          </a:solidFill>
          <a:ln/>
        </p:spPr>
      </p:sp>
      <p:sp>
        <p:nvSpPr>
          <p:cNvPr id="11" name="Text 9"/>
          <p:cNvSpPr/>
          <p:nvPr/>
        </p:nvSpPr>
        <p:spPr>
          <a:xfrm>
            <a:off x="6535570" y="1207008"/>
            <a:ext cx="10996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exposed AllGather 56 ms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207008"/>
            <a:ext cx="978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model phase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481328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Compute SM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508760" y="1481328"/>
            <a:ext cx="6126480" cy="256032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19343" y="1508760"/>
            <a:ext cx="4704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528162" y="1508760"/>
            <a:ext cx="30966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7" name="Shape 15"/>
          <p:cNvSpPr/>
          <p:nvPr/>
        </p:nvSpPr>
        <p:spPr>
          <a:xfrm>
            <a:off x="1560696" y="1508760"/>
            <a:ext cx="17051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8" name="Shape 16"/>
          <p:cNvSpPr/>
          <p:nvPr/>
        </p:nvSpPr>
        <p:spPr>
          <a:xfrm>
            <a:off x="1579314" y="1508760"/>
            <a:ext cx="75846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9" name="Shape 17"/>
          <p:cNvSpPr/>
          <p:nvPr/>
        </p:nvSpPr>
        <p:spPr>
          <a:xfrm>
            <a:off x="1668879" y="1508760"/>
            <a:ext cx="8819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0" name="Shape 18"/>
          <p:cNvSpPr/>
          <p:nvPr/>
        </p:nvSpPr>
        <p:spPr>
          <a:xfrm>
            <a:off x="1682402" y="1508760"/>
            <a:ext cx="31358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1" name="Shape 19"/>
          <p:cNvSpPr/>
          <p:nvPr/>
        </p:nvSpPr>
        <p:spPr>
          <a:xfrm>
            <a:off x="1715524" y="1508760"/>
            <a:ext cx="9407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2" name="Shape 20"/>
          <p:cNvSpPr/>
          <p:nvPr/>
        </p:nvSpPr>
        <p:spPr>
          <a:xfrm>
            <a:off x="1736886" y="1508760"/>
            <a:ext cx="18227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3" name="Shape 21"/>
          <p:cNvSpPr/>
          <p:nvPr/>
        </p:nvSpPr>
        <p:spPr>
          <a:xfrm>
            <a:off x="1874859" y="1508760"/>
            <a:ext cx="4572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4" name="Shape 22"/>
          <p:cNvSpPr/>
          <p:nvPr/>
        </p:nvSpPr>
        <p:spPr>
          <a:xfrm>
            <a:off x="1880347" y="1508760"/>
            <a:ext cx="13915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5" name="Shape 23"/>
          <p:cNvSpPr/>
          <p:nvPr/>
        </p:nvSpPr>
        <p:spPr>
          <a:xfrm>
            <a:off x="1902297" y="1508760"/>
            <a:ext cx="28026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6" name="Shape 24"/>
          <p:cNvSpPr/>
          <p:nvPr/>
        </p:nvSpPr>
        <p:spPr>
          <a:xfrm>
            <a:off x="1940318" y="1508760"/>
            <a:ext cx="4572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7" name="Shape 25"/>
          <p:cNvSpPr/>
          <p:nvPr/>
        </p:nvSpPr>
        <p:spPr>
          <a:xfrm>
            <a:off x="1958153" y="1508760"/>
            <a:ext cx="4572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8" name="Shape 26"/>
          <p:cNvSpPr/>
          <p:nvPr/>
        </p:nvSpPr>
        <p:spPr>
          <a:xfrm>
            <a:off x="1961876" y="1508760"/>
            <a:ext cx="5292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9" name="Shape 27"/>
          <p:cNvSpPr/>
          <p:nvPr/>
        </p:nvSpPr>
        <p:spPr>
          <a:xfrm>
            <a:off x="1973244" y="1508760"/>
            <a:ext cx="6467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0" name="Shape 28"/>
          <p:cNvSpPr/>
          <p:nvPr/>
        </p:nvSpPr>
        <p:spPr>
          <a:xfrm>
            <a:off x="1985003" y="1508760"/>
            <a:ext cx="4572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1" name="Shape 29"/>
          <p:cNvSpPr/>
          <p:nvPr/>
        </p:nvSpPr>
        <p:spPr>
          <a:xfrm>
            <a:off x="1994018" y="1508760"/>
            <a:ext cx="31162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2" name="Shape 30"/>
          <p:cNvSpPr/>
          <p:nvPr/>
        </p:nvSpPr>
        <p:spPr>
          <a:xfrm>
            <a:off x="2056537" y="1508760"/>
            <a:ext cx="111123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3" name="Shape 31"/>
          <p:cNvSpPr/>
          <p:nvPr/>
        </p:nvSpPr>
        <p:spPr>
          <a:xfrm>
            <a:off x="2176676" y="1508760"/>
            <a:ext cx="4572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4" name="Shape 32"/>
          <p:cNvSpPr/>
          <p:nvPr/>
        </p:nvSpPr>
        <p:spPr>
          <a:xfrm>
            <a:off x="2181379" y="1508760"/>
            <a:ext cx="4572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5" name="Shape 33"/>
          <p:cNvSpPr/>
          <p:nvPr/>
        </p:nvSpPr>
        <p:spPr>
          <a:xfrm>
            <a:off x="2186475" y="1508760"/>
            <a:ext cx="4572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6" name="Shape 34"/>
          <p:cNvSpPr/>
          <p:nvPr/>
        </p:nvSpPr>
        <p:spPr>
          <a:xfrm>
            <a:off x="2196078" y="1508760"/>
            <a:ext cx="4704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7" name="Shape 35"/>
          <p:cNvSpPr/>
          <p:nvPr/>
        </p:nvSpPr>
        <p:spPr>
          <a:xfrm>
            <a:off x="2225280" y="1508760"/>
            <a:ext cx="587170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8" name="Shape 36"/>
          <p:cNvSpPr/>
          <p:nvPr/>
        </p:nvSpPr>
        <p:spPr>
          <a:xfrm>
            <a:off x="2815390" y="1508760"/>
            <a:ext cx="6467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39" name="Shape 37"/>
          <p:cNvSpPr/>
          <p:nvPr/>
        </p:nvSpPr>
        <p:spPr>
          <a:xfrm>
            <a:off x="2824013" y="1508760"/>
            <a:ext cx="16071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0" name="Shape 38"/>
          <p:cNvSpPr/>
          <p:nvPr/>
        </p:nvSpPr>
        <p:spPr>
          <a:xfrm>
            <a:off x="2920829" y="1508760"/>
            <a:ext cx="609904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1" name="Shape 39"/>
          <p:cNvSpPr/>
          <p:nvPr/>
        </p:nvSpPr>
        <p:spPr>
          <a:xfrm>
            <a:off x="3661455" y="1508760"/>
            <a:ext cx="401965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2" name="Shape 40"/>
          <p:cNvSpPr/>
          <p:nvPr/>
        </p:nvSpPr>
        <p:spPr>
          <a:xfrm>
            <a:off x="4099089" y="1508760"/>
            <a:ext cx="392165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3" name="Shape 41"/>
          <p:cNvSpPr/>
          <p:nvPr/>
        </p:nvSpPr>
        <p:spPr>
          <a:xfrm>
            <a:off x="4519280" y="1508760"/>
            <a:ext cx="394517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4" name="Shape 42"/>
          <p:cNvSpPr/>
          <p:nvPr/>
        </p:nvSpPr>
        <p:spPr>
          <a:xfrm>
            <a:off x="4938099" y="1508760"/>
            <a:ext cx="278690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5" name="Shape 43"/>
          <p:cNvSpPr/>
          <p:nvPr/>
        </p:nvSpPr>
        <p:spPr>
          <a:xfrm>
            <a:off x="5249127" y="1508760"/>
            <a:ext cx="373155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6" name="Shape 44"/>
          <p:cNvSpPr/>
          <p:nvPr/>
        </p:nvSpPr>
        <p:spPr>
          <a:xfrm>
            <a:off x="5647956" y="1508760"/>
            <a:ext cx="39785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7" name="Shape 45"/>
          <p:cNvSpPr/>
          <p:nvPr/>
        </p:nvSpPr>
        <p:spPr>
          <a:xfrm>
            <a:off x="5831593" y="1508760"/>
            <a:ext cx="17247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8" name="Shape 46"/>
          <p:cNvSpPr/>
          <p:nvPr/>
        </p:nvSpPr>
        <p:spPr>
          <a:xfrm>
            <a:off x="5962315" y="1508760"/>
            <a:ext cx="11563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49" name="Shape 47"/>
          <p:cNvSpPr/>
          <p:nvPr/>
        </p:nvSpPr>
        <p:spPr>
          <a:xfrm>
            <a:off x="6020131" y="1508760"/>
            <a:ext cx="142481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0" name="Shape 48"/>
          <p:cNvSpPr/>
          <p:nvPr/>
        </p:nvSpPr>
        <p:spPr>
          <a:xfrm>
            <a:off x="6171235" y="1508760"/>
            <a:ext cx="18815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1" name="Shape 49"/>
          <p:cNvSpPr/>
          <p:nvPr/>
        </p:nvSpPr>
        <p:spPr>
          <a:xfrm>
            <a:off x="6192793" y="1508760"/>
            <a:ext cx="70946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2" name="Shape 50"/>
          <p:cNvSpPr/>
          <p:nvPr/>
        </p:nvSpPr>
        <p:spPr>
          <a:xfrm>
            <a:off x="6272559" y="1508760"/>
            <a:ext cx="62911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3" name="Shape 51"/>
          <p:cNvSpPr/>
          <p:nvPr/>
        </p:nvSpPr>
        <p:spPr>
          <a:xfrm>
            <a:off x="6348209" y="1508760"/>
            <a:ext cx="354144" cy="20116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4" name="Text 52"/>
          <p:cNvSpPr/>
          <p:nvPr/>
        </p:nvSpPr>
        <p:spPr>
          <a:xfrm>
            <a:off x="7671816" y="1481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186 ms · 59%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7200" y="1828800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NCCL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508760" y="1828800"/>
            <a:ext cx="6126480" cy="256032"/>
          </a:xfrm>
          <a:prstGeom prst="rect">
            <a:avLst/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02464" y="1856232"/>
            <a:ext cx="236553" cy="201168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58" name="Shape 56"/>
          <p:cNvSpPr/>
          <p:nvPr/>
        </p:nvSpPr>
        <p:spPr>
          <a:xfrm>
            <a:off x="4063420" y="1856232"/>
            <a:ext cx="239101" cy="201168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59" name="Shape 57"/>
          <p:cNvSpPr/>
          <p:nvPr/>
        </p:nvSpPr>
        <p:spPr>
          <a:xfrm>
            <a:off x="4507129" y="1856232"/>
            <a:ext cx="232634" cy="201168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60" name="Shape 58"/>
          <p:cNvSpPr/>
          <p:nvPr/>
        </p:nvSpPr>
        <p:spPr>
          <a:xfrm>
            <a:off x="5224629" y="1856232"/>
            <a:ext cx="226362" cy="201168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61" name="Shape 59"/>
          <p:cNvSpPr/>
          <p:nvPr/>
        </p:nvSpPr>
        <p:spPr>
          <a:xfrm>
            <a:off x="5687741" y="1856232"/>
            <a:ext cx="143853" cy="201168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62" name="Shape 60"/>
          <p:cNvSpPr/>
          <p:nvPr/>
        </p:nvSpPr>
        <p:spPr>
          <a:xfrm>
            <a:off x="5869614" y="1856232"/>
            <a:ext cx="92505" cy="201168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63" name="Shape 61"/>
          <p:cNvSpPr/>
          <p:nvPr/>
        </p:nvSpPr>
        <p:spPr>
          <a:xfrm>
            <a:off x="6702549" y="1856232"/>
            <a:ext cx="861548" cy="201168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64" name="Text 62"/>
          <p:cNvSpPr/>
          <p:nvPr/>
        </p:nvSpPr>
        <p:spPr>
          <a:xfrm>
            <a:off x="7671816" y="1828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104 ms · 33%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2991384" y="1481328"/>
            <a:ext cx="0" cy="603504"/>
          </a:xfrm>
          <a:prstGeom prst="line">
            <a:avLst/>
          </a:prstGeom>
          <a:noFill/>
          <a:ln w="9525">
            <a:solidFill>
              <a:srgbClr val="5E5E5E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6017387" y="1481328"/>
            <a:ext cx="0" cy="603504"/>
          </a:xfrm>
          <a:prstGeom prst="line">
            <a:avLst/>
          </a:prstGeom>
          <a:noFill/>
          <a:ln w="9525">
            <a:solidFill>
              <a:srgbClr val="5E5E5E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6535570" y="1481328"/>
            <a:ext cx="0" cy="603504"/>
          </a:xfrm>
          <a:prstGeom prst="line">
            <a:avLst/>
          </a:prstGeom>
          <a:noFill/>
          <a:ln w="9525">
            <a:solidFill>
              <a:srgbClr val="5E5E5E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1508760" y="2194560"/>
            <a:ext cx="6126480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508760" y="2194560"/>
            <a:ext cx="0" cy="4572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234440" y="22402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0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488683" y="2194560"/>
            <a:ext cx="0" cy="4572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214363" y="22402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50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468606" y="2194560"/>
            <a:ext cx="0" cy="4572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194286" y="22402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100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448530" y="2194560"/>
            <a:ext cx="0" cy="4572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174210" y="22402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150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428453" y="2194560"/>
            <a:ext cx="0" cy="4572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154133" y="22402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200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408376" y="2194560"/>
            <a:ext cx="0" cy="4572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34056" y="22402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250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388299" y="2194560"/>
            <a:ext cx="0" cy="45720"/>
          </a:xfrm>
          <a:prstGeom prst="line">
            <a:avLst/>
          </a:prstGeom>
          <a:noFill/>
          <a:ln w="12700">
            <a:solidFill>
              <a:srgbClr val="8C8C8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113979" y="22402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300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5806440" y="23957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8C8C8C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ms within one training step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1508760" y="2450592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90C58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after the in-step work ends, 44 ms of parameter AllGather drains fully exposed — 18% of the step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457200" y="27157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GPU busy by kernel class (per step)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457200" y="2971800"/>
            <a:ext cx="1828800" cy="137160"/>
          </a:xfrm>
          <a:prstGeom prst="rect">
            <a:avLst/>
          </a:prstGeom>
          <a:solidFill>
            <a:srgbClr val="0071C5"/>
          </a:solidFill>
          <a:ln/>
        </p:spPr>
      </p:sp>
      <p:sp>
        <p:nvSpPr>
          <p:cNvPr id="87" name="Text 85"/>
          <p:cNvSpPr/>
          <p:nvPr/>
        </p:nvSpPr>
        <p:spPr>
          <a:xfrm>
            <a:off x="2340864" y="29352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GEMM (bf16) — 95 ms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457200" y="3177540"/>
            <a:ext cx="539015" cy="137160"/>
          </a:xfrm>
          <a:prstGeom prst="rect">
            <a:avLst/>
          </a:prstGeom>
          <a:solidFill>
            <a:srgbClr val="CDCDCD"/>
          </a:solidFill>
          <a:ln/>
        </p:spPr>
      </p:sp>
      <p:sp>
        <p:nvSpPr>
          <p:cNvPr id="89" name="Text 87"/>
          <p:cNvSpPr/>
          <p:nvPr/>
        </p:nvSpPr>
        <p:spPr>
          <a:xfrm>
            <a:off x="1051079" y="314096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elementwise / norm — 28 ms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57200" y="3383280"/>
            <a:ext cx="462013" cy="137160"/>
          </a:xfrm>
          <a:prstGeom prst="rect">
            <a:avLst/>
          </a:prstGeom>
          <a:solidFill>
            <a:srgbClr val="CDCDCD"/>
          </a:solidFill>
          <a:ln/>
        </p:spPr>
      </p:sp>
      <p:sp>
        <p:nvSpPr>
          <p:cNvPr id="91" name="Text 89"/>
          <p:cNvSpPr/>
          <p:nvPr/>
        </p:nvSpPr>
        <p:spPr>
          <a:xfrm>
            <a:off x="974077" y="33467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triton (compiled / GDN) — 24 ms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457200" y="3589020"/>
            <a:ext cx="442762" cy="137160"/>
          </a:xfrm>
          <a:prstGeom prst="rect">
            <a:avLst/>
          </a:prstGeom>
          <a:solidFill>
            <a:srgbClr val="CDCDCD"/>
          </a:solidFill>
          <a:ln/>
        </p:spPr>
      </p:sp>
      <p:sp>
        <p:nvSpPr>
          <p:cNvPr id="93" name="Text 91"/>
          <p:cNvSpPr/>
          <p:nvPr/>
        </p:nvSpPr>
        <p:spPr>
          <a:xfrm>
            <a:off x="954826" y="35524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other — 23 ms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457200" y="3794760"/>
            <a:ext cx="192505" cy="137160"/>
          </a:xfrm>
          <a:prstGeom prst="rect">
            <a:avLst/>
          </a:prstGeom>
          <a:solidFill>
            <a:srgbClr val="CDCDCD"/>
          </a:solidFill>
          <a:ln/>
        </p:spPr>
      </p:sp>
      <p:sp>
        <p:nvSpPr>
          <p:cNvPr id="95" name="Text 93"/>
          <p:cNvSpPr/>
          <p:nvPr/>
        </p:nvSpPr>
        <p:spPr>
          <a:xfrm>
            <a:off x="704569" y="37581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optimizer (Adam) — 10 ms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57200" y="4000500"/>
            <a:ext cx="77002" cy="137160"/>
          </a:xfrm>
          <a:prstGeom prst="rect">
            <a:avLst/>
          </a:prstGeom>
          <a:solidFill>
            <a:srgbClr val="CDCDCD"/>
          </a:solidFill>
          <a:ln/>
        </p:spPr>
      </p:sp>
      <p:sp>
        <p:nvSpPr>
          <p:cNvPr id="97" name="Text 95"/>
          <p:cNvSpPr/>
          <p:nvPr/>
        </p:nvSpPr>
        <p:spPr>
          <a:xfrm>
            <a:off x="589066" y="39639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attention — 4 ms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457200" y="422452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Flat profile — GEMMs already at the 622 TFLOPS power-wall ceiling.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4800600" y="271576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6B9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Next levers (ranked by size)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4800600" y="3008376"/>
            <a:ext cx="45720" cy="47548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01" name="Text 99"/>
          <p:cNvSpPr/>
          <p:nvPr/>
        </p:nvSpPr>
        <p:spPr>
          <a:xfrm>
            <a:off x="4946904" y="29900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Overlap the parameter AllGather — ~50 ms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4946904" y="31638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ZeRO-2 cannot overlap it today: adopt FSDP (overlapped unshard) or extend ZeRO-2 with an async gather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4800600" y="3575304"/>
            <a:ext cx="45720" cy="47548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04" name="Text 102"/>
          <p:cNvSpPr/>
          <p:nvPr/>
        </p:nvSpPr>
        <p:spPr>
          <a:xfrm>
            <a:off x="4946904" y="355701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fp8 for the GEMMs — path beyond the power wall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>
            <a:off x="4946904" y="37307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bf16 GEMMs are at the sustained 622 TFLOPS ceiling; fp8 is the only remaining math lever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4800600" y="4142232"/>
            <a:ext cx="45720" cy="475488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07" name="Text 105"/>
          <p:cNvSpPr/>
          <p:nvPr/>
        </p:nvSpPr>
        <p:spPr>
          <a:xfrm>
            <a:off x="4946904" y="412394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Gradient compression / 1-bit Adam — ~20 ms</a:t>
            </a:r>
            <a:endParaRPr lang="en-US" sz="1000" dirty="0"/>
          </a:p>
        </p:txBody>
      </p:sp>
      <p:sp>
        <p:nvSpPr>
          <p:cNvPr id="108" name="Text 106"/>
          <p:cNvSpPr/>
          <p:nvPr/>
        </p:nvSpPr>
        <p:spPr>
          <a:xfrm>
            <a:off x="4946904" y="4297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the in-step exposed AllReduce; bytes are the only lever (NVLink at line rate). Needs convergence sign-off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45720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QwenPI Training Optimization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7360920" y="4617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E5E"/>
                </a:solidFill>
                <a:latin typeface="NVIDIA Sans" pitchFamily="34" charset="0"/>
                <a:ea typeface="NVIDIA Sans" pitchFamily="34" charset="-122"/>
                <a:cs typeface="NVIDIA Sans" pitchFamily="34" charset="-120"/>
              </a:rPr>
              <a:t>14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7726680" y="4617720"/>
            <a:ext cx="36576" cy="320040"/>
          </a:xfrm>
          <a:prstGeom prst="rect">
            <a:avLst/>
          </a:prstGeom>
          <a:solidFill>
            <a:srgbClr val="76B900"/>
          </a:solidFill>
          <a:ln/>
        </p:spPr>
      </p:sp>
      <p:pic>
        <p:nvPicPr>
          <p:cNvPr id="112" name="Image 0" descr="/app/logos/nvidia-logo-blk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4604004"/>
            <a:ext cx="100584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QwenPI VLA Training Optimization on 8xH200</dc:title>
  <dc:subject>PptxGenJS Presentation</dc:subject>
  <dc:creator>Qihan Kang</dc:creator>
  <cp:lastModifiedBy>Qihan Kang</cp:lastModifiedBy>
  <cp:revision>1</cp:revision>
  <dcterms:created xsi:type="dcterms:W3CDTF">2026-07-23T06:10:30Z</dcterms:created>
  <dcterms:modified xsi:type="dcterms:W3CDTF">2026-07-23T06:10:30Z</dcterms:modified>
</cp:coreProperties>
</file>