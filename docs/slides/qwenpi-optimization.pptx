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allocated when overlap_comm (L2055, 'Use double buffers...'); average_tensor makes the compute stream wait_stream(reduction_stream) at every bucket boundary (L1061-1062) - the pipeline depth is one in-flight reduction.
Variance collapse (±17.7 → ±3.4 ms) is the fingerprint of removing the random waits on the reduction stream.
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bucket size matters: with overlap_comm, DeepSpeed double-buffers gradients into just TWO flat buckets — and at every bucket boundary the compute stream must wait on the reduction stream. Small buckets = frequent rendezvous → backward stalls behind its own AllReduces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5e8 → 1.5e9 elements: 15 → 6 buckets/step; the DiT's contiguous ~3e9-element gradient region drops from 6 buckets to 2 — measured −11.3 ms AND step variance ±17.7 → ±3.4 ms (2e9 is worse: the coarser tail exposes more comm)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— the 22 ms of CatArrayBatchedCopy from the diagnosis page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Not bandwidth-bound: AllReduce microbench hits 478 GB/s busbw = the NVLink ceiling — past config hygiene, only fewer bytes can shrink comm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127248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127248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127248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127248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127248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1272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84448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84448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84448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84448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844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59936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86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59936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86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59936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86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6110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205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2026-07-22T09:49:35Z</dcterms:created>
  <dcterms:modified xsi:type="dcterms:W3CDTF">2026-07-22T09:49:35Z</dcterms:modified>
</cp:coreProperties>
</file>