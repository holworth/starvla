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2+3 · Keep the GPU Fed: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205 ms of every baseline step is GPU idle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2026-07-22T08:41:13Z</dcterms:created>
  <dcterms:modified xsi:type="dcterms:W3CDTF">2026-07-22T08:41:13Z</dcterms:modified>
</cp:coreProperties>
</file>