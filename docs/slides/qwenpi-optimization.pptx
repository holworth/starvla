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fp32 head (reference)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Sheet1!$B$2:$B$201</c:f>
              <c:numCache>
                <c:formatCode>General</c:formatCode>
                <c:ptCount val="200"/>
                <c:pt idx="0">
                  <c:v>1.4121527671813965</c:v>
                </c:pt>
                <c:pt idx="1">
                  <c:v>1.3194897174835205</c:v>
                </c:pt>
                <c:pt idx="2">
                  <c:v>1.2806522846221924</c:v>
                </c:pt>
                <c:pt idx="3">
                  <c:v>1.4192084074020386</c:v>
                </c:pt>
                <c:pt idx="4">
                  <c:v>1.2832305431365967</c:v>
                </c:pt>
                <c:pt idx="5">
                  <c:v>1.4357311725616455</c:v>
                </c:pt>
                <c:pt idx="6">
                  <c:v>1.3565083742141724</c:v>
                </c:pt>
                <c:pt idx="7">
                  <c:v>1.252800464630127</c:v>
                </c:pt>
                <c:pt idx="8">
                  <c:v>1.5194743871688843</c:v>
                </c:pt>
                <c:pt idx="9">
                  <c:v>1.2733402252197266</c:v>
                </c:pt>
                <c:pt idx="10">
                  <c:v>1.3320759534835815</c:v>
                </c:pt>
                <c:pt idx="11">
                  <c:v>1.2384262084960938</c:v>
                </c:pt>
                <c:pt idx="12">
                  <c:v>1.331701636314392</c:v>
                </c:pt>
                <c:pt idx="13">
                  <c:v>1.3373163938522339</c:v>
                </c:pt>
                <c:pt idx="14">
                  <c:v>1.3059637546539307</c:v>
                </c:pt>
                <c:pt idx="15">
                  <c:v>1.2304404973983765</c:v>
                </c:pt>
                <c:pt idx="16">
                  <c:v>1.2504774332046509</c:v>
                </c:pt>
                <c:pt idx="17">
                  <c:v>1.3071314096450806</c:v>
                </c:pt>
                <c:pt idx="18">
                  <c:v>1.2650794982910156</c:v>
                </c:pt>
                <c:pt idx="19">
                  <c:v>1.3371632099151611</c:v>
                </c:pt>
                <c:pt idx="20">
                  <c:v>1.2505412101745605</c:v>
                </c:pt>
                <c:pt idx="21">
                  <c:v>1.217968463897705</c:v>
                </c:pt>
                <c:pt idx="22">
                  <c:v>1.229660987854004</c:v>
                </c:pt>
                <c:pt idx="23">
                  <c:v>1.2854982614517212</c:v>
                </c:pt>
                <c:pt idx="24">
                  <c:v>1.307376503944397</c:v>
                </c:pt>
                <c:pt idx="25">
                  <c:v>1.2500832080841064</c:v>
                </c:pt>
                <c:pt idx="26">
                  <c:v>1.186734914779663</c:v>
                </c:pt>
                <c:pt idx="27">
                  <c:v>1.2885030508041382</c:v>
                </c:pt>
                <c:pt idx="28">
                  <c:v>1.1829630136489868</c:v>
                </c:pt>
                <c:pt idx="29">
                  <c:v>1.203500747680664</c:v>
                </c:pt>
                <c:pt idx="30">
                  <c:v>1.2791751623153687</c:v>
                </c:pt>
                <c:pt idx="31">
                  <c:v>1.1560218334197998</c:v>
                </c:pt>
                <c:pt idx="32">
                  <c:v>1.2223567962646484</c:v>
                </c:pt>
                <c:pt idx="33">
                  <c:v>1.2153176069259644</c:v>
                </c:pt>
                <c:pt idx="34">
                  <c:v>1.265949010848999</c:v>
                </c:pt>
                <c:pt idx="35">
                  <c:v>1.1965259313583374</c:v>
                </c:pt>
                <c:pt idx="36">
                  <c:v>1.1170250177383423</c:v>
                </c:pt>
                <c:pt idx="37">
                  <c:v>1.2215557098388672</c:v>
                </c:pt>
                <c:pt idx="38">
                  <c:v>1.165437936782837</c:v>
                </c:pt>
                <c:pt idx="39">
                  <c:v>1.1495826244354248</c:v>
                </c:pt>
                <c:pt idx="40">
                  <c:v>1.1819376945495605</c:v>
                </c:pt>
                <c:pt idx="41">
                  <c:v>1.0881881713867188</c:v>
                </c:pt>
                <c:pt idx="42">
                  <c:v>1.1222528219223022</c:v>
                </c:pt>
                <c:pt idx="43">
                  <c:v>1.0755877494812012</c:v>
                </c:pt>
                <c:pt idx="44">
                  <c:v>1.0528324842453003</c:v>
                </c:pt>
                <c:pt idx="45">
                  <c:v>1.1442241668701172</c:v>
                </c:pt>
                <c:pt idx="46">
                  <c:v>1.013492465019226</c:v>
                </c:pt>
                <c:pt idx="47">
                  <c:v>1.0411361455917358</c:v>
                </c:pt>
                <c:pt idx="48">
                  <c:v>1.0412721633911133</c:v>
                </c:pt>
                <c:pt idx="49">
                  <c:v>1.0475513935089111</c:v>
                </c:pt>
                <c:pt idx="50">
                  <c:v>0.9948570728302002</c:v>
                </c:pt>
                <c:pt idx="51">
                  <c:v>1.005023717880249</c:v>
                </c:pt>
                <c:pt idx="52">
                  <c:v>1.0605255365371704</c:v>
                </c:pt>
                <c:pt idx="53">
                  <c:v>0.961317777633667</c:v>
                </c:pt>
                <c:pt idx="54">
                  <c:v>1.0024226903915405</c:v>
                </c:pt>
                <c:pt idx="55">
                  <c:v>1.0241470336914062</c:v>
                </c:pt>
                <c:pt idx="56">
                  <c:v>0.8706899285316467</c:v>
                </c:pt>
                <c:pt idx="57">
                  <c:v>0.9704888463020325</c:v>
                </c:pt>
                <c:pt idx="58">
                  <c:v>0.8054358959197998</c:v>
                </c:pt>
                <c:pt idx="59">
                  <c:v>0.9674917459487915</c:v>
                </c:pt>
                <c:pt idx="60">
                  <c:v>0.7438216805458069</c:v>
                </c:pt>
                <c:pt idx="61">
                  <c:v>0.7216938734054565</c:v>
                </c:pt>
                <c:pt idx="62">
                  <c:v>0.8003250956535339</c:v>
                </c:pt>
                <c:pt idx="63">
                  <c:v>0.8674685955047607</c:v>
                </c:pt>
                <c:pt idx="64">
                  <c:v>0.6158168315887451</c:v>
                </c:pt>
                <c:pt idx="65">
                  <c:v>0.6682757139205933</c:v>
                </c:pt>
                <c:pt idx="66">
                  <c:v>0.7302712202072144</c:v>
                </c:pt>
                <c:pt idx="67">
                  <c:v>0.8801192045211792</c:v>
                </c:pt>
                <c:pt idx="68">
                  <c:v>0.7808986902236938</c:v>
                </c:pt>
                <c:pt idx="69">
                  <c:v>0.6851008534431458</c:v>
                </c:pt>
                <c:pt idx="70">
                  <c:v>0.7181625962257385</c:v>
                </c:pt>
                <c:pt idx="71">
                  <c:v>0.6720817685127258</c:v>
                </c:pt>
                <c:pt idx="72">
                  <c:v>0.6625425219535828</c:v>
                </c:pt>
                <c:pt idx="73">
                  <c:v>0.9026575088500977</c:v>
                </c:pt>
                <c:pt idx="74">
                  <c:v>0.7012521624565125</c:v>
                </c:pt>
                <c:pt idx="75">
                  <c:v>0.576267421245575</c:v>
                </c:pt>
                <c:pt idx="76">
                  <c:v>0.6958467364311218</c:v>
                </c:pt>
                <c:pt idx="77">
                  <c:v>0.6293869018554688</c:v>
                </c:pt>
                <c:pt idx="78">
                  <c:v>0.7244704961776733</c:v>
                </c:pt>
                <c:pt idx="79">
                  <c:v>0.506386935710907</c:v>
                </c:pt>
                <c:pt idx="80">
                  <c:v>0.6705743670463562</c:v>
                </c:pt>
                <c:pt idx="81">
                  <c:v>0.6940733194351196</c:v>
                </c:pt>
                <c:pt idx="82">
                  <c:v>0.5925152897834778</c:v>
                </c:pt>
                <c:pt idx="83">
                  <c:v>0.4370642602443695</c:v>
                </c:pt>
                <c:pt idx="84">
                  <c:v>0.4757087230682373</c:v>
                </c:pt>
                <c:pt idx="85">
                  <c:v>0.7262538075447083</c:v>
                </c:pt>
                <c:pt idx="86">
                  <c:v>0.5676386952400208</c:v>
                </c:pt>
                <c:pt idx="87">
                  <c:v>0.6170207262039185</c:v>
                </c:pt>
                <c:pt idx="88">
                  <c:v>0.5042673945426941</c:v>
                </c:pt>
                <c:pt idx="89">
                  <c:v>0.440173864364624</c:v>
                </c:pt>
                <c:pt idx="90">
                  <c:v>0.42673876881599426</c:v>
                </c:pt>
                <c:pt idx="91">
                  <c:v>0.4895144999027252</c:v>
                </c:pt>
                <c:pt idx="92">
                  <c:v>0.7935603260993958</c:v>
                </c:pt>
                <c:pt idx="93">
                  <c:v>0.5427626371383667</c:v>
                </c:pt>
                <c:pt idx="94">
                  <c:v>0.5551331639289856</c:v>
                </c:pt>
                <c:pt idx="95">
                  <c:v>0.6209218502044678</c:v>
                </c:pt>
                <c:pt idx="96">
                  <c:v>0.5255848169326782</c:v>
                </c:pt>
                <c:pt idx="97">
                  <c:v>0.4417687952518463</c:v>
                </c:pt>
                <c:pt idx="98">
                  <c:v>0.5286199450492859</c:v>
                </c:pt>
                <c:pt idx="99">
                  <c:v>0.6228020787239075</c:v>
                </c:pt>
                <c:pt idx="100">
                  <c:v>0.49651235342025757</c:v>
                </c:pt>
                <c:pt idx="101">
                  <c:v>0.4003590941429138</c:v>
                </c:pt>
                <c:pt idx="102">
                  <c:v>0.4053182303905487</c:v>
                </c:pt>
                <c:pt idx="103">
                  <c:v>0.5210577249526978</c:v>
                </c:pt>
                <c:pt idx="104">
                  <c:v>0.5633171200752258</c:v>
                </c:pt>
                <c:pt idx="105">
                  <c:v>0.45053234696388245</c:v>
                </c:pt>
                <c:pt idx="106">
                  <c:v>0.5492932796478271</c:v>
                </c:pt>
                <c:pt idx="107">
                  <c:v>0.47815656661987305</c:v>
                </c:pt>
                <c:pt idx="108">
                  <c:v>0.5494276285171509</c:v>
                </c:pt>
                <c:pt idx="109">
                  <c:v>0.38743653893470764</c:v>
                </c:pt>
                <c:pt idx="110">
                  <c:v>0.4746885895729065</c:v>
                </c:pt>
                <c:pt idx="111">
                  <c:v>0.6328152418136597</c:v>
                </c:pt>
                <c:pt idx="112">
                  <c:v>0.5429799556732178</c:v>
                </c:pt>
                <c:pt idx="113">
                  <c:v>0.40027686953544617</c:v>
                </c:pt>
                <c:pt idx="114">
                  <c:v>0.5283844470977783</c:v>
                </c:pt>
                <c:pt idx="115">
                  <c:v>0.39793288707733154</c:v>
                </c:pt>
                <c:pt idx="116">
                  <c:v>0.4404173493385315</c:v>
                </c:pt>
                <c:pt idx="117">
                  <c:v>0.5121740102767944</c:v>
                </c:pt>
                <c:pt idx="118">
                  <c:v>0.5731610059738159</c:v>
                </c:pt>
                <c:pt idx="119">
                  <c:v>0.5426590442657471</c:v>
                </c:pt>
                <c:pt idx="120">
                  <c:v>0.5680711269378662</c:v>
                </c:pt>
                <c:pt idx="121">
                  <c:v>0.4569605588912964</c:v>
                </c:pt>
                <c:pt idx="122">
                  <c:v>0.47034817934036255</c:v>
                </c:pt>
                <c:pt idx="123">
                  <c:v>0.41362980008125305</c:v>
                </c:pt>
                <c:pt idx="124">
                  <c:v>0.277024507522583</c:v>
                </c:pt>
                <c:pt idx="125">
                  <c:v>0.4429630637168884</c:v>
                </c:pt>
                <c:pt idx="126">
                  <c:v>0.4789706766605377</c:v>
                </c:pt>
                <c:pt idx="127">
                  <c:v>0.33369913697242737</c:v>
                </c:pt>
                <c:pt idx="128">
                  <c:v>0.4174603819847107</c:v>
                </c:pt>
                <c:pt idx="129">
                  <c:v>0.28486984968185425</c:v>
                </c:pt>
                <c:pt idx="130">
                  <c:v>0.39277058839797974</c:v>
                </c:pt>
                <c:pt idx="131">
                  <c:v>0.3265286386013031</c:v>
                </c:pt>
                <c:pt idx="132">
                  <c:v>0.3989945948123932</c:v>
                </c:pt>
                <c:pt idx="133">
                  <c:v>0.458082914352417</c:v>
                </c:pt>
                <c:pt idx="134">
                  <c:v>0.4210624098777771</c:v>
                </c:pt>
                <c:pt idx="135">
                  <c:v>0.3008286654949188</c:v>
                </c:pt>
                <c:pt idx="136">
                  <c:v>0.3467192053794861</c:v>
                </c:pt>
                <c:pt idx="137">
                  <c:v>0.33319899439811707</c:v>
                </c:pt>
                <c:pt idx="138">
                  <c:v>0.41055262088775635</c:v>
                </c:pt>
                <c:pt idx="139">
                  <c:v>0.4121587574481964</c:v>
                </c:pt>
                <c:pt idx="140">
                  <c:v>0.3992982506752014</c:v>
                </c:pt>
                <c:pt idx="141">
                  <c:v>0.25365209579467773</c:v>
                </c:pt>
                <c:pt idx="142">
                  <c:v>0.5339560508728027</c:v>
                </c:pt>
                <c:pt idx="143">
                  <c:v>0.41845574975013733</c:v>
                </c:pt>
                <c:pt idx="144">
                  <c:v>0.5512003302574158</c:v>
                </c:pt>
                <c:pt idx="145">
                  <c:v>0.6220194697380066</c:v>
                </c:pt>
                <c:pt idx="146">
                  <c:v>0.4980643391609192</c:v>
                </c:pt>
                <c:pt idx="147">
                  <c:v>0.300197035074234</c:v>
                </c:pt>
                <c:pt idx="148">
                  <c:v>0.4010825455188751</c:v>
                </c:pt>
                <c:pt idx="149">
                  <c:v>0.48600900173187256</c:v>
                </c:pt>
                <c:pt idx="150">
                  <c:v>0.5985763072967529</c:v>
                </c:pt>
                <c:pt idx="151">
                  <c:v>0.5420645475387573</c:v>
                </c:pt>
                <c:pt idx="152">
                  <c:v>0.4472673535346985</c:v>
                </c:pt>
                <c:pt idx="153">
                  <c:v>0.37010976672172546</c:v>
                </c:pt>
                <c:pt idx="154">
                  <c:v>0.412883460521698</c:v>
                </c:pt>
                <c:pt idx="155">
                  <c:v>0.5303714275360107</c:v>
                </c:pt>
                <c:pt idx="156">
                  <c:v>0.35756322741508484</c:v>
                </c:pt>
                <c:pt idx="157">
                  <c:v>0.4494258165359497</c:v>
                </c:pt>
                <c:pt idx="158">
                  <c:v>0.2942168414592743</c:v>
                </c:pt>
                <c:pt idx="159">
                  <c:v>0.2428925633430481</c:v>
                </c:pt>
                <c:pt idx="160">
                  <c:v>0.3907972574234009</c:v>
                </c:pt>
                <c:pt idx="161">
                  <c:v>0.361945241689682</c:v>
                </c:pt>
                <c:pt idx="162">
                  <c:v>0.34257858991622925</c:v>
                </c:pt>
                <c:pt idx="163">
                  <c:v>0.3013395667076111</c:v>
                </c:pt>
                <c:pt idx="164">
                  <c:v>0.49613261222839355</c:v>
                </c:pt>
                <c:pt idx="165">
                  <c:v>0.4244040846824646</c:v>
                </c:pt>
                <c:pt idx="166">
                  <c:v>0.28745776414871216</c:v>
                </c:pt>
                <c:pt idx="167">
                  <c:v>0.3840872049331665</c:v>
                </c:pt>
                <c:pt idx="168">
                  <c:v>0.39906132221221924</c:v>
                </c:pt>
                <c:pt idx="169">
                  <c:v>0.3684556782245636</c:v>
                </c:pt>
                <c:pt idx="170">
                  <c:v>0.3180481791496277</c:v>
                </c:pt>
                <c:pt idx="171">
                  <c:v>0.3758540451526642</c:v>
                </c:pt>
                <c:pt idx="172">
                  <c:v>0.37695610523223877</c:v>
                </c:pt>
                <c:pt idx="173">
                  <c:v>0.4208378493785858</c:v>
                </c:pt>
                <c:pt idx="174">
                  <c:v>0.37275946140289307</c:v>
                </c:pt>
                <c:pt idx="175">
                  <c:v>0.32508769631385803</c:v>
                </c:pt>
                <c:pt idx="176">
                  <c:v>0.3423583209514618</c:v>
                </c:pt>
                <c:pt idx="177">
                  <c:v>0.2969907522201538</c:v>
                </c:pt>
                <c:pt idx="178">
                  <c:v>0.40334540605545044</c:v>
                </c:pt>
                <c:pt idx="179">
                  <c:v>0.2761480212211609</c:v>
                </c:pt>
                <c:pt idx="180">
                  <c:v>0.35134920477867126</c:v>
                </c:pt>
                <c:pt idx="181">
                  <c:v>0.3536730706691742</c:v>
                </c:pt>
                <c:pt idx="182">
                  <c:v>0.42120078206062317</c:v>
                </c:pt>
                <c:pt idx="183">
                  <c:v>0.4458978474140167</c:v>
                </c:pt>
                <c:pt idx="184">
                  <c:v>0.33503806591033936</c:v>
                </c:pt>
                <c:pt idx="185">
                  <c:v>0.3541510999202728</c:v>
                </c:pt>
                <c:pt idx="186">
                  <c:v>0.45738643407821655</c:v>
                </c:pt>
                <c:pt idx="187">
                  <c:v>0.4092797338962555</c:v>
                </c:pt>
                <c:pt idx="188">
                  <c:v>0.3843674957752228</c:v>
                </c:pt>
                <c:pt idx="189">
                  <c:v>0.31482622027397156</c:v>
                </c:pt>
                <c:pt idx="190">
                  <c:v>0.3755398988723755</c:v>
                </c:pt>
                <c:pt idx="191">
                  <c:v>0.45984578132629395</c:v>
                </c:pt>
                <c:pt idx="192">
                  <c:v>0.4228910803794861</c:v>
                </c:pt>
                <c:pt idx="193">
                  <c:v>0.32582709193229675</c:v>
                </c:pt>
                <c:pt idx="194">
                  <c:v>0.40240147709846497</c:v>
                </c:pt>
                <c:pt idx="195">
                  <c:v>0.2910860776901245</c:v>
                </c:pt>
                <c:pt idx="196">
                  <c:v>0.39708730578422546</c:v>
                </c:pt>
                <c:pt idx="197">
                  <c:v>0.3256818950176239</c:v>
                </c:pt>
                <c:pt idx="198">
                  <c:v>0.5256005525588989</c:v>
                </c:pt>
                <c:pt idx="199">
                  <c:v>0.549227237701416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bf16 head (ours)</c:v>
                </c:pt>
              </c:strCache>
            </c:strRef>
          </c:tx>
          <c:spPr>
            <a:solidFill>
              <a:srgbClr val="76B900"/>
            </a:solidFill>
            <a:ln w="19050" cap="flat">
              <a:solidFill>
                <a:srgbClr val="76B9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6B900"/>
              </a:solidFill>
              <a:ln w="9525" cap="flat">
                <a:solidFill>
                  <a:srgbClr val="76B9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Sheet1!$A$2:$A$201</c:f>
              <c:multiLvlStrCache>
                <c:ptCount val="20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  <c:pt idx="80">
                    <c:v>81</c:v>
                  </c:pt>
                  <c:pt idx="81">
                    <c:v>82</c:v>
                  </c:pt>
                  <c:pt idx="82">
                    <c:v>83</c:v>
                  </c:pt>
                  <c:pt idx="83">
                    <c:v>84</c:v>
                  </c:pt>
                  <c:pt idx="84">
                    <c:v>85</c:v>
                  </c:pt>
                  <c:pt idx="85">
                    <c:v>86</c:v>
                  </c:pt>
                  <c:pt idx="86">
                    <c:v>87</c:v>
                  </c:pt>
                  <c:pt idx="87">
                    <c:v>88</c:v>
                  </c:pt>
                  <c:pt idx="88">
                    <c:v>89</c:v>
                  </c:pt>
                  <c:pt idx="89">
                    <c:v>90</c:v>
                  </c:pt>
                  <c:pt idx="90">
                    <c:v>91</c:v>
                  </c:pt>
                  <c:pt idx="91">
                    <c:v>92</c:v>
                  </c:pt>
                  <c:pt idx="92">
                    <c:v>93</c:v>
                  </c:pt>
                  <c:pt idx="93">
                    <c:v>94</c:v>
                  </c:pt>
                  <c:pt idx="94">
                    <c:v>95</c:v>
                  </c:pt>
                  <c:pt idx="95">
                    <c:v>96</c:v>
                  </c:pt>
                  <c:pt idx="96">
                    <c:v>97</c:v>
                  </c:pt>
                  <c:pt idx="97">
                    <c:v>98</c:v>
                  </c:pt>
                  <c:pt idx="98">
                    <c:v>99</c:v>
                  </c:pt>
                  <c:pt idx="99">
                    <c:v>100</c:v>
                  </c:pt>
                  <c:pt idx="100">
                    <c:v>101</c:v>
                  </c:pt>
                  <c:pt idx="101">
                    <c:v>102</c:v>
                  </c:pt>
                  <c:pt idx="102">
                    <c:v>103</c:v>
                  </c:pt>
                  <c:pt idx="103">
                    <c:v>104</c:v>
                  </c:pt>
                  <c:pt idx="104">
                    <c:v>105</c:v>
                  </c:pt>
                  <c:pt idx="105">
                    <c:v>106</c:v>
                  </c:pt>
                  <c:pt idx="106">
                    <c:v>107</c:v>
                  </c:pt>
                  <c:pt idx="107">
                    <c:v>108</c:v>
                  </c:pt>
                  <c:pt idx="108">
                    <c:v>109</c:v>
                  </c:pt>
                  <c:pt idx="109">
                    <c:v>110</c:v>
                  </c:pt>
                  <c:pt idx="110">
                    <c:v>111</c:v>
                  </c:pt>
                  <c:pt idx="111">
                    <c:v>112</c:v>
                  </c:pt>
                  <c:pt idx="112">
                    <c:v>113</c:v>
                  </c:pt>
                  <c:pt idx="113">
                    <c:v>114</c:v>
                  </c:pt>
                  <c:pt idx="114">
                    <c:v>115</c:v>
                  </c:pt>
                  <c:pt idx="115">
                    <c:v>116</c:v>
                  </c:pt>
                  <c:pt idx="116">
                    <c:v>117</c:v>
                  </c:pt>
                  <c:pt idx="117">
                    <c:v>118</c:v>
                  </c:pt>
                  <c:pt idx="118">
                    <c:v>119</c:v>
                  </c:pt>
                  <c:pt idx="119">
                    <c:v>120</c:v>
                  </c:pt>
                  <c:pt idx="120">
                    <c:v>121</c:v>
                  </c:pt>
                  <c:pt idx="121">
                    <c:v>122</c:v>
                  </c:pt>
                  <c:pt idx="122">
                    <c:v>123</c:v>
                  </c:pt>
                  <c:pt idx="123">
                    <c:v>124</c:v>
                  </c:pt>
                  <c:pt idx="124">
                    <c:v>125</c:v>
                  </c:pt>
                  <c:pt idx="125">
                    <c:v>126</c:v>
                  </c:pt>
                  <c:pt idx="126">
                    <c:v>127</c:v>
                  </c:pt>
                  <c:pt idx="127">
                    <c:v>128</c:v>
                  </c:pt>
                  <c:pt idx="128">
                    <c:v>129</c:v>
                  </c:pt>
                  <c:pt idx="129">
                    <c:v>130</c:v>
                  </c:pt>
                  <c:pt idx="130">
                    <c:v>131</c:v>
                  </c:pt>
                  <c:pt idx="131">
                    <c:v>132</c:v>
                  </c:pt>
                  <c:pt idx="132">
                    <c:v>133</c:v>
                  </c:pt>
                  <c:pt idx="133">
                    <c:v>134</c:v>
                  </c:pt>
                  <c:pt idx="134">
                    <c:v>135</c:v>
                  </c:pt>
                  <c:pt idx="135">
                    <c:v>136</c:v>
                  </c:pt>
                  <c:pt idx="136">
                    <c:v>137</c:v>
                  </c:pt>
                  <c:pt idx="137">
                    <c:v>138</c:v>
                  </c:pt>
                  <c:pt idx="138">
                    <c:v>139</c:v>
                  </c:pt>
                  <c:pt idx="139">
                    <c:v>140</c:v>
                  </c:pt>
                  <c:pt idx="140">
                    <c:v>141</c:v>
                  </c:pt>
                  <c:pt idx="141">
                    <c:v>142</c:v>
                  </c:pt>
                  <c:pt idx="142">
                    <c:v>143</c:v>
                  </c:pt>
                  <c:pt idx="143">
                    <c:v>144</c:v>
                  </c:pt>
                  <c:pt idx="144">
                    <c:v>145</c:v>
                  </c:pt>
                  <c:pt idx="145">
                    <c:v>146</c:v>
                  </c:pt>
                  <c:pt idx="146">
                    <c:v>147</c:v>
                  </c:pt>
                  <c:pt idx="147">
                    <c:v>148</c:v>
                  </c:pt>
                  <c:pt idx="148">
                    <c:v>149</c:v>
                  </c:pt>
                  <c:pt idx="149">
                    <c:v>150</c:v>
                  </c:pt>
                  <c:pt idx="150">
                    <c:v>151</c:v>
                  </c:pt>
                  <c:pt idx="151">
                    <c:v>152</c:v>
                  </c:pt>
                  <c:pt idx="152">
                    <c:v>153</c:v>
                  </c:pt>
                  <c:pt idx="153">
                    <c:v>154</c:v>
                  </c:pt>
                  <c:pt idx="154">
                    <c:v>155</c:v>
                  </c:pt>
                  <c:pt idx="155">
                    <c:v>156</c:v>
                  </c:pt>
                  <c:pt idx="156">
                    <c:v>157</c:v>
                  </c:pt>
                  <c:pt idx="157">
                    <c:v>158</c:v>
                  </c:pt>
                  <c:pt idx="158">
                    <c:v>159</c:v>
                  </c:pt>
                  <c:pt idx="159">
                    <c:v>160</c:v>
                  </c:pt>
                  <c:pt idx="160">
                    <c:v>161</c:v>
                  </c:pt>
                  <c:pt idx="161">
                    <c:v>162</c:v>
                  </c:pt>
                  <c:pt idx="162">
                    <c:v>163</c:v>
                  </c:pt>
                  <c:pt idx="163">
                    <c:v>164</c:v>
                  </c:pt>
                  <c:pt idx="164">
                    <c:v>165</c:v>
                  </c:pt>
                  <c:pt idx="165">
                    <c:v>166</c:v>
                  </c:pt>
                  <c:pt idx="166">
                    <c:v>167</c:v>
                  </c:pt>
                  <c:pt idx="167">
                    <c:v>168</c:v>
                  </c:pt>
                  <c:pt idx="168">
                    <c:v>169</c:v>
                  </c:pt>
                  <c:pt idx="169">
                    <c:v>170</c:v>
                  </c:pt>
                  <c:pt idx="170">
                    <c:v>171</c:v>
                  </c:pt>
                  <c:pt idx="171">
                    <c:v>172</c:v>
                  </c:pt>
                  <c:pt idx="172">
                    <c:v>173</c:v>
                  </c:pt>
                  <c:pt idx="173">
                    <c:v>174</c:v>
                  </c:pt>
                  <c:pt idx="174">
                    <c:v>175</c:v>
                  </c:pt>
                  <c:pt idx="175">
                    <c:v>176</c:v>
                  </c:pt>
                  <c:pt idx="176">
                    <c:v>177</c:v>
                  </c:pt>
                  <c:pt idx="177">
                    <c:v>178</c:v>
                  </c:pt>
                  <c:pt idx="178">
                    <c:v>179</c:v>
                  </c:pt>
                  <c:pt idx="179">
                    <c:v>180</c:v>
                  </c:pt>
                  <c:pt idx="180">
                    <c:v>181</c:v>
                  </c:pt>
                  <c:pt idx="181">
                    <c:v>182</c:v>
                  </c:pt>
                  <c:pt idx="182">
                    <c:v>183</c:v>
                  </c:pt>
                  <c:pt idx="183">
                    <c:v>184</c:v>
                  </c:pt>
                  <c:pt idx="184">
                    <c:v>185</c:v>
                  </c:pt>
                  <c:pt idx="185">
                    <c:v>186</c:v>
                  </c:pt>
                  <c:pt idx="186">
                    <c:v>187</c:v>
                  </c:pt>
                  <c:pt idx="187">
                    <c:v>188</c:v>
                  </c:pt>
                  <c:pt idx="188">
                    <c:v>189</c:v>
                  </c:pt>
                  <c:pt idx="189">
                    <c:v>190</c:v>
                  </c:pt>
                  <c:pt idx="190">
                    <c:v>191</c:v>
                  </c:pt>
                  <c:pt idx="191">
                    <c:v>192</c:v>
                  </c:pt>
                  <c:pt idx="192">
                    <c:v>193</c:v>
                  </c:pt>
                  <c:pt idx="193">
                    <c:v>194</c:v>
                  </c:pt>
                  <c:pt idx="194">
                    <c:v>195</c:v>
                  </c:pt>
                  <c:pt idx="195">
                    <c:v>196</c:v>
                  </c:pt>
                  <c:pt idx="196">
                    <c:v>197</c:v>
                  </c:pt>
                  <c:pt idx="197">
                    <c:v>198</c:v>
                  </c:pt>
                  <c:pt idx="198">
                    <c:v>199</c:v>
                  </c:pt>
                  <c:pt idx="199">
                    <c:v>200</c:v>
                  </c:pt>
                </c:lvl>
              </c:multiLvlStrCache>
            </c:multiLvlStrRef>
          </c:cat>
          <c:val>
            <c:numRef>
              <c:f>Sheet1!$C$2:$C$201</c:f>
              <c:numCache>
                <c:formatCode>General</c:formatCode>
                <c:ptCount val="200"/>
                <c:pt idx="0">
                  <c:v>1.465155005455017</c:v>
                </c:pt>
                <c:pt idx="1">
                  <c:v>1.527807354927063</c:v>
                </c:pt>
                <c:pt idx="2">
                  <c:v>1.3628437519073486</c:v>
                </c:pt>
                <c:pt idx="3">
                  <c:v>1.5220792293548584</c:v>
                </c:pt>
                <c:pt idx="4">
                  <c:v>1.4716393947601318</c:v>
                </c:pt>
                <c:pt idx="5">
                  <c:v>1.5187989473342896</c:v>
                </c:pt>
                <c:pt idx="6">
                  <c:v>1.4824644327163696</c:v>
                </c:pt>
                <c:pt idx="7">
                  <c:v>1.3255268335342407</c:v>
                </c:pt>
                <c:pt idx="8">
                  <c:v>1.4813257455825806</c:v>
                </c:pt>
                <c:pt idx="9">
                  <c:v>1.4202228784561157</c:v>
                </c:pt>
                <c:pt idx="10">
                  <c:v>1.491762399673462</c:v>
                </c:pt>
                <c:pt idx="11">
                  <c:v>1.399654507637024</c:v>
                </c:pt>
                <c:pt idx="12">
                  <c:v>1.3932831287384033</c:v>
                </c:pt>
                <c:pt idx="13">
                  <c:v>1.463102102279663</c:v>
                </c:pt>
                <c:pt idx="14">
                  <c:v>1.4037917852401733</c:v>
                </c:pt>
                <c:pt idx="15">
                  <c:v>1.3404589891433716</c:v>
                </c:pt>
                <c:pt idx="16">
                  <c:v>1.4142731428146362</c:v>
                </c:pt>
                <c:pt idx="17">
                  <c:v>1.4359033107757568</c:v>
                </c:pt>
                <c:pt idx="18">
                  <c:v>1.345100998878479</c:v>
                </c:pt>
                <c:pt idx="19">
                  <c:v>1.4391796588897705</c:v>
                </c:pt>
                <c:pt idx="20">
                  <c:v>1.3422189950942993</c:v>
                </c:pt>
                <c:pt idx="21">
                  <c:v>1.1635000705718994</c:v>
                </c:pt>
                <c:pt idx="22">
                  <c:v>1.1843440532684326</c:v>
                </c:pt>
                <c:pt idx="23">
                  <c:v>1.2705446481704712</c:v>
                </c:pt>
                <c:pt idx="24">
                  <c:v>1.2976986169815063</c:v>
                </c:pt>
                <c:pt idx="25">
                  <c:v>1.191056728363037</c:v>
                </c:pt>
                <c:pt idx="26">
                  <c:v>1.223349928855896</c:v>
                </c:pt>
                <c:pt idx="27">
                  <c:v>1.2169265747070312</c:v>
                </c:pt>
                <c:pt idx="28">
                  <c:v>1.1450639963150024</c:v>
                </c:pt>
                <c:pt idx="29">
                  <c:v>1.2156018018722534</c:v>
                </c:pt>
                <c:pt idx="30">
                  <c:v>1.304185390472412</c:v>
                </c:pt>
                <c:pt idx="31">
                  <c:v>1.3705390691757202</c:v>
                </c:pt>
                <c:pt idx="32">
                  <c:v>1.3352845907211304</c:v>
                </c:pt>
                <c:pt idx="33">
                  <c:v>1.3373385667800903</c:v>
                </c:pt>
                <c:pt idx="34">
                  <c:v>1.4037827253341675</c:v>
                </c:pt>
                <c:pt idx="35">
                  <c:v>1.38241708278656</c:v>
                </c:pt>
                <c:pt idx="36">
                  <c:v>1.1816176176071167</c:v>
                </c:pt>
                <c:pt idx="37">
                  <c:v>1.2873611450195312</c:v>
                </c:pt>
                <c:pt idx="38">
                  <c:v>1.23562753200531</c:v>
                </c:pt>
                <c:pt idx="39">
                  <c:v>1.2019615173339844</c:v>
                </c:pt>
                <c:pt idx="40">
                  <c:v>1.219366431236267</c:v>
                </c:pt>
                <c:pt idx="41">
                  <c:v>1.074249267578125</c:v>
                </c:pt>
                <c:pt idx="42">
                  <c:v>1.1439054012298584</c:v>
                </c:pt>
                <c:pt idx="43">
                  <c:v>1.0747532844543457</c:v>
                </c:pt>
                <c:pt idx="44">
                  <c:v>1.1052860021591187</c:v>
                </c:pt>
                <c:pt idx="45">
                  <c:v>1.1588023900985718</c:v>
                </c:pt>
                <c:pt idx="46">
                  <c:v>1.0616199970245361</c:v>
                </c:pt>
                <c:pt idx="47">
                  <c:v>1.0234163999557495</c:v>
                </c:pt>
                <c:pt idx="48">
                  <c:v>1.08656907081604</c:v>
                </c:pt>
                <c:pt idx="49">
                  <c:v>1.1343998908996582</c:v>
                </c:pt>
                <c:pt idx="50">
                  <c:v>1.0879141092300415</c:v>
                </c:pt>
                <c:pt idx="51">
                  <c:v>1.056355357170105</c:v>
                </c:pt>
                <c:pt idx="52">
                  <c:v>1.0624960660934448</c:v>
                </c:pt>
                <c:pt idx="53">
                  <c:v>0.99652099609375</c:v>
                </c:pt>
                <c:pt idx="54">
                  <c:v>1.0177422761917114</c:v>
                </c:pt>
                <c:pt idx="55">
                  <c:v>1.08455228805542</c:v>
                </c:pt>
                <c:pt idx="56">
                  <c:v>0.8973181843757629</c:v>
                </c:pt>
                <c:pt idx="57">
                  <c:v>1.0486016273498535</c:v>
                </c:pt>
                <c:pt idx="58">
                  <c:v>0.8536514043807983</c:v>
                </c:pt>
                <c:pt idx="59">
                  <c:v>0.9738008379936218</c:v>
                </c:pt>
                <c:pt idx="60">
                  <c:v>0.7710896134376526</c:v>
                </c:pt>
                <c:pt idx="61">
                  <c:v>0.754205048084259</c:v>
                </c:pt>
                <c:pt idx="62">
                  <c:v>0.8546945452690125</c:v>
                </c:pt>
                <c:pt idx="63">
                  <c:v>0.9045367240905762</c:v>
                </c:pt>
                <c:pt idx="64">
                  <c:v>0.680715024471283</c:v>
                </c:pt>
                <c:pt idx="65">
                  <c:v>0.7250732183456421</c:v>
                </c:pt>
                <c:pt idx="66">
                  <c:v>0.7675344347953796</c:v>
                </c:pt>
                <c:pt idx="67">
                  <c:v>0.8586694002151489</c:v>
                </c:pt>
                <c:pt idx="68">
                  <c:v>0.8278751969337463</c:v>
                </c:pt>
                <c:pt idx="69">
                  <c:v>0.7105873823165894</c:v>
                </c:pt>
                <c:pt idx="70">
                  <c:v>0.7219622731208801</c:v>
                </c:pt>
                <c:pt idx="71">
                  <c:v>0.7096927165985107</c:v>
                </c:pt>
                <c:pt idx="72">
                  <c:v>0.7293614149093628</c:v>
                </c:pt>
                <c:pt idx="73">
                  <c:v>0.8888590931892395</c:v>
                </c:pt>
                <c:pt idx="74">
                  <c:v>0.7104019522666931</c:v>
                </c:pt>
                <c:pt idx="75">
                  <c:v>0.596458375453949</c:v>
                </c:pt>
                <c:pt idx="76">
                  <c:v>0.682534396648407</c:v>
                </c:pt>
                <c:pt idx="77">
                  <c:v>0.6755549907684326</c:v>
                </c:pt>
                <c:pt idx="78">
                  <c:v>0.7193437814712524</c:v>
                </c:pt>
                <c:pt idx="79">
                  <c:v>0.4839799404144287</c:v>
                </c:pt>
                <c:pt idx="80">
                  <c:v>0.6186338663101196</c:v>
                </c:pt>
                <c:pt idx="81">
                  <c:v>0.7172577977180481</c:v>
                </c:pt>
                <c:pt idx="82">
                  <c:v>0.5846574902534485</c:v>
                </c:pt>
                <c:pt idx="83">
                  <c:v>0.4026309549808502</c:v>
                </c:pt>
                <c:pt idx="84">
                  <c:v>0.5094608664512634</c:v>
                </c:pt>
                <c:pt idx="85">
                  <c:v>0.7257950901985168</c:v>
                </c:pt>
                <c:pt idx="86">
                  <c:v>0.6342362761497498</c:v>
                </c:pt>
                <c:pt idx="87">
                  <c:v>0.619391143321991</c:v>
                </c:pt>
                <c:pt idx="88">
                  <c:v>0.5479902029037476</c:v>
                </c:pt>
                <c:pt idx="89">
                  <c:v>0.4767726957798004</c:v>
                </c:pt>
                <c:pt idx="90">
                  <c:v>0.4450841248035431</c:v>
                </c:pt>
                <c:pt idx="91">
                  <c:v>0.4809007942676544</c:v>
                </c:pt>
                <c:pt idx="92">
                  <c:v>0.7850342392921448</c:v>
                </c:pt>
                <c:pt idx="93">
                  <c:v>0.5081256628036499</c:v>
                </c:pt>
                <c:pt idx="94">
                  <c:v>0.5720846056938171</c:v>
                </c:pt>
                <c:pt idx="95">
                  <c:v>0.6291945576667786</c:v>
                </c:pt>
                <c:pt idx="96">
                  <c:v>0.520616888999939</c:v>
                </c:pt>
                <c:pt idx="97">
                  <c:v>0.4715297520160675</c:v>
                </c:pt>
                <c:pt idx="98">
                  <c:v>0.5869253873825073</c:v>
                </c:pt>
                <c:pt idx="99">
                  <c:v>0.6197689771652222</c:v>
                </c:pt>
                <c:pt idx="100">
                  <c:v>0.4962628483772278</c:v>
                </c:pt>
                <c:pt idx="101">
                  <c:v>0.41832593083381653</c:v>
                </c:pt>
                <c:pt idx="102">
                  <c:v>0.42151695489883423</c:v>
                </c:pt>
                <c:pt idx="103">
                  <c:v>0.5117307305335999</c:v>
                </c:pt>
                <c:pt idx="104">
                  <c:v>0.6144604086875916</c:v>
                </c:pt>
                <c:pt idx="105">
                  <c:v>0.4910159409046173</c:v>
                </c:pt>
                <c:pt idx="106">
                  <c:v>0.5178858041763306</c:v>
                </c:pt>
                <c:pt idx="107">
                  <c:v>0.49383240938186646</c:v>
                </c:pt>
                <c:pt idx="108">
                  <c:v>0.5756239891052246</c:v>
                </c:pt>
                <c:pt idx="109">
                  <c:v>0.38393256068229675</c:v>
                </c:pt>
                <c:pt idx="110">
                  <c:v>0.46590739488601685</c:v>
                </c:pt>
                <c:pt idx="111">
                  <c:v>0.6281192302703857</c:v>
                </c:pt>
                <c:pt idx="112">
                  <c:v>0.5689648389816284</c:v>
                </c:pt>
                <c:pt idx="113">
                  <c:v>0.42764970660209656</c:v>
                </c:pt>
                <c:pt idx="114">
                  <c:v>0.5116689801216125</c:v>
                </c:pt>
                <c:pt idx="115">
                  <c:v>0.4103582501411438</c:v>
                </c:pt>
                <c:pt idx="116">
                  <c:v>0.4663859009742737</c:v>
                </c:pt>
                <c:pt idx="117">
                  <c:v>0.509663999080658</c:v>
                </c:pt>
                <c:pt idx="118">
                  <c:v>0.5823853015899658</c:v>
                </c:pt>
                <c:pt idx="119">
                  <c:v>0.5869860649108887</c:v>
                </c:pt>
                <c:pt idx="120">
                  <c:v>0.5985053181648254</c:v>
                </c:pt>
                <c:pt idx="121">
                  <c:v>0.5091955661773682</c:v>
                </c:pt>
                <c:pt idx="122">
                  <c:v>0.5158333778381348</c:v>
                </c:pt>
                <c:pt idx="123">
                  <c:v>0.5115501284599304</c:v>
                </c:pt>
                <c:pt idx="124">
                  <c:v>0.3136970102787018</c:v>
                </c:pt>
                <c:pt idx="125">
                  <c:v>0.472554475069046</c:v>
                </c:pt>
                <c:pt idx="126">
                  <c:v>0.531713604927063</c:v>
                </c:pt>
                <c:pt idx="127">
                  <c:v>0.38213256001472473</c:v>
                </c:pt>
                <c:pt idx="128">
                  <c:v>0.4093846082687378</c:v>
                </c:pt>
                <c:pt idx="129">
                  <c:v>0.34901130199432373</c:v>
                </c:pt>
                <c:pt idx="130">
                  <c:v>0.40694695711135864</c:v>
                </c:pt>
                <c:pt idx="131">
                  <c:v>0.35102954506874084</c:v>
                </c:pt>
                <c:pt idx="132">
                  <c:v>0.41812950372695923</c:v>
                </c:pt>
                <c:pt idx="133">
                  <c:v>0.48658615350723267</c:v>
                </c:pt>
                <c:pt idx="134">
                  <c:v>0.43211960792541504</c:v>
                </c:pt>
                <c:pt idx="135">
                  <c:v>0.37473809719085693</c:v>
                </c:pt>
                <c:pt idx="136">
                  <c:v>0.33452707529067993</c:v>
                </c:pt>
                <c:pt idx="137">
                  <c:v>0.3288687765598297</c:v>
                </c:pt>
                <c:pt idx="138">
                  <c:v>0.4246358275413513</c:v>
                </c:pt>
                <c:pt idx="139">
                  <c:v>0.3815311789512634</c:v>
                </c:pt>
                <c:pt idx="140">
                  <c:v>0.4051056206226349</c:v>
                </c:pt>
                <c:pt idx="141">
                  <c:v>0.31288713216781616</c:v>
                </c:pt>
                <c:pt idx="142">
                  <c:v>0.5543596744537354</c:v>
                </c:pt>
                <c:pt idx="143">
                  <c:v>0.45895567536354065</c:v>
                </c:pt>
                <c:pt idx="144">
                  <c:v>0.5271095037460327</c:v>
                </c:pt>
                <c:pt idx="145">
                  <c:v>0.5404824018478394</c:v>
                </c:pt>
                <c:pt idx="146">
                  <c:v>0.5058889389038086</c:v>
                </c:pt>
                <c:pt idx="147">
                  <c:v>0.3063453435897827</c:v>
                </c:pt>
                <c:pt idx="148">
                  <c:v>0.4148329198360443</c:v>
                </c:pt>
                <c:pt idx="149">
                  <c:v>0.45329463481903076</c:v>
                </c:pt>
                <c:pt idx="150">
                  <c:v>0.6577685475349426</c:v>
                </c:pt>
                <c:pt idx="151">
                  <c:v>0.533800482749939</c:v>
                </c:pt>
                <c:pt idx="152">
                  <c:v>0.4096551239490509</c:v>
                </c:pt>
                <c:pt idx="153">
                  <c:v>0.3777805268764496</c:v>
                </c:pt>
                <c:pt idx="154">
                  <c:v>0.41307809948921204</c:v>
                </c:pt>
                <c:pt idx="155">
                  <c:v>0.5235664248466492</c:v>
                </c:pt>
                <c:pt idx="156">
                  <c:v>0.3221065104007721</c:v>
                </c:pt>
                <c:pt idx="157">
                  <c:v>0.3986315131187439</c:v>
                </c:pt>
                <c:pt idx="158">
                  <c:v>0.30904680490493774</c:v>
                </c:pt>
                <c:pt idx="159">
                  <c:v>0.2613060474395752</c:v>
                </c:pt>
                <c:pt idx="160">
                  <c:v>0.3940429985523224</c:v>
                </c:pt>
                <c:pt idx="161">
                  <c:v>0.3984295427799225</c:v>
                </c:pt>
                <c:pt idx="162">
                  <c:v>0.344331830739975</c:v>
                </c:pt>
                <c:pt idx="163">
                  <c:v>0.304464727640152</c:v>
                </c:pt>
                <c:pt idx="164">
                  <c:v>0.4461105763912201</c:v>
                </c:pt>
                <c:pt idx="165">
                  <c:v>0.4146499037742615</c:v>
                </c:pt>
                <c:pt idx="166">
                  <c:v>0.316840797662735</c:v>
                </c:pt>
                <c:pt idx="167">
                  <c:v>0.398360937833786</c:v>
                </c:pt>
                <c:pt idx="168">
                  <c:v>0.3579205274581909</c:v>
                </c:pt>
                <c:pt idx="169">
                  <c:v>0.3704286515712738</c:v>
                </c:pt>
                <c:pt idx="170">
                  <c:v>0.3166147768497467</c:v>
                </c:pt>
                <c:pt idx="171">
                  <c:v>0.3747732937335968</c:v>
                </c:pt>
                <c:pt idx="172">
                  <c:v>0.34969809651374817</c:v>
                </c:pt>
                <c:pt idx="173">
                  <c:v>0.4294351637363434</c:v>
                </c:pt>
                <c:pt idx="174">
                  <c:v>0.38716256618499756</c:v>
                </c:pt>
                <c:pt idx="175">
                  <c:v>0.3348636031150818</c:v>
                </c:pt>
                <c:pt idx="176">
                  <c:v>0.3218022882938385</c:v>
                </c:pt>
                <c:pt idx="177">
                  <c:v>0.3057154715061188</c:v>
                </c:pt>
                <c:pt idx="178">
                  <c:v>0.41044870018959045</c:v>
                </c:pt>
                <c:pt idx="179">
                  <c:v>0.2848285436630249</c:v>
                </c:pt>
                <c:pt idx="180">
                  <c:v>0.3626764416694641</c:v>
                </c:pt>
                <c:pt idx="181">
                  <c:v>0.38770726323127747</c:v>
                </c:pt>
                <c:pt idx="182">
                  <c:v>0.39427539706230164</c:v>
                </c:pt>
                <c:pt idx="183">
                  <c:v>0.4490029811859131</c:v>
                </c:pt>
                <c:pt idx="184">
                  <c:v>0.3346365988254547</c:v>
                </c:pt>
                <c:pt idx="185">
                  <c:v>0.3602866530418396</c:v>
                </c:pt>
                <c:pt idx="186">
                  <c:v>0.40346115827560425</c:v>
                </c:pt>
                <c:pt idx="187">
                  <c:v>0.37242522835731506</c:v>
                </c:pt>
                <c:pt idx="188">
                  <c:v>0.3671019971370697</c:v>
                </c:pt>
                <c:pt idx="189">
                  <c:v>0.31144633889198303</c:v>
                </c:pt>
                <c:pt idx="190">
                  <c:v>0.37649238109588623</c:v>
                </c:pt>
                <c:pt idx="191">
                  <c:v>0.4047149419784546</c:v>
                </c:pt>
                <c:pt idx="192">
                  <c:v>0.4507423937320709</c:v>
                </c:pt>
                <c:pt idx="193">
                  <c:v>0.35981786251068115</c:v>
                </c:pt>
                <c:pt idx="194">
                  <c:v>0.39086049795150757</c:v>
                </c:pt>
                <c:pt idx="195">
                  <c:v>0.2534463405609131</c:v>
                </c:pt>
                <c:pt idx="196">
                  <c:v>0.43365147709846497</c:v>
                </c:pt>
                <c:pt idx="197">
                  <c:v>0.38471686840057373</c:v>
                </c:pt>
                <c:pt idx="198">
                  <c:v>0.47391095757484436</c:v>
                </c:pt>
                <c:pt idx="199">
                  <c:v>0.5325895547866821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A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5E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00000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from the NVTX-instrumented baseline re-capture (qwenpi_baseline_nvtx, viking-prod-303, 807 ms step).
Module bands = GPU execution spans, attributed by launch-window correlation (kernels joined to their CPU launch time via correlationId). GPU busy inside the bands: Qwen3.5 fwd 50 ms, DiT fwd 120 ms, DiT bwd 224 ms, Qwen3.5 bwd 123 ms - DiT owns 43% of all GPU busy time.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classes measured on the instrumented baseline capture (qwenpi_baseline_nvtx).
Loss curves: 200-step same-seed A/B (qwenpi_opt1_fp32_200 vs qwenpi_opt1_bf16_200). Task-level accuracy is validated customer-side; loss trajectory is our correctness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Idle quantification from the instrumented baseline: 205 ms/step total idle - ~40 ms preprocessing gap at step start, plus sync stalls and launch gaps.
Schematic is illustrative; proportions follow the measured trace (preprocess ~40 ms of a 807 ms step at baseline, fully hidden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Five problems visible in one baseline step (nsys, 806.9 ms) — each maps to a fix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1711375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1711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225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220135" y="1261872"/>
            <a:ext cx="3799344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220135" y="1261872"/>
            <a:ext cx="379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500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019479" y="1261872"/>
            <a:ext cx="615761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7019479" y="1261872"/>
            <a:ext cx="6157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81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2801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1788927" y="1536192"/>
            <a:ext cx="11214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148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2910356" y="1536192"/>
            <a:ext cx="94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124 ms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3855637" y="1536192"/>
            <a:ext cx="17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· 234 ms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0" name="Text 18"/>
          <p:cNvSpPr/>
          <p:nvPr/>
        </p:nvSpPr>
        <p:spPr>
          <a:xfrm>
            <a:off x="5632309" y="1536192"/>
            <a:ext cx="13256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· 175 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957979" y="1536192"/>
            <a:ext cx="677261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18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18319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1834179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1842683" y="1837944"/>
            <a:ext cx="2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1869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1871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1877078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3076" y="1837944"/>
            <a:ext cx="683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1891807" y="1837944"/>
            <a:ext cx="129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190661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1920583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1934630" y="1837944"/>
            <a:ext cx="124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1948752" y="1837944"/>
            <a:ext cx="50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1954522" y="1837944"/>
            <a:ext cx="69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1963406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1977224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1991043" y="1837944"/>
            <a:ext cx="121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2005013" y="1837944"/>
            <a:ext cx="120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019515" y="1837944"/>
            <a:ext cx="11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032650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045937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059224" y="1837944"/>
            <a:ext cx="123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073271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086786" y="1837944"/>
            <a:ext cx="122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00680" y="1837944"/>
            <a:ext cx="118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114271" y="1837944"/>
            <a:ext cx="119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127862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141453" y="1837944"/>
            <a:ext cx="119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154967" y="1837944"/>
            <a:ext cx="116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168406" y="1837944"/>
            <a:ext cx="117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185414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191260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199612" y="1837944"/>
            <a:ext cx="49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205230" y="1837944"/>
            <a:ext cx="5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211608" y="1837944"/>
            <a:ext cx="59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219049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236740" y="1837944"/>
            <a:ext cx="258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263162" y="1837944"/>
            <a:ext cx="194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285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2907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2936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296342" y="1837944"/>
            <a:ext cx="546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30583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308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3122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314944" y="1837944"/>
            <a:ext cx="86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32694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3292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33263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335368" y="1837944"/>
            <a:ext cx="584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34182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3465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3495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352831" y="1837944"/>
            <a:ext cx="2604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3814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38768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390338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4010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4071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409851" y="1837944"/>
            <a:ext cx="85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42070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426935" y="1837944"/>
            <a:ext cx="2535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455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45776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46178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464898" y="1837944"/>
            <a:ext cx="8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4756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48182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49511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49800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501646" y="1837944"/>
            <a:ext cx="26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53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5371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539761" y="1837944"/>
            <a:ext cx="8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5504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55335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556617" y="1837944"/>
            <a:ext cx="1123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57073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77117" y="1837944"/>
            <a:ext cx="2520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6047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6077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610904" y="1837944"/>
            <a:ext cx="110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62434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627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630569" y="1837944"/>
            <a:ext cx="1078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6436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649778" y="1837944"/>
            <a:ext cx="17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668000" y="1837944"/>
            <a:ext cx="79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6789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684780" y="1837944"/>
            <a:ext cx="100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6971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70315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706191" y="1837944"/>
            <a:ext cx="88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7174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7203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723578" y="1837944"/>
            <a:ext cx="242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7485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4632" y="1837944"/>
            <a:ext cx="92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764730" y="1837944"/>
            <a:ext cx="47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77141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773841" y="1837944"/>
            <a:ext cx="82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78568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791380" y="1837944"/>
            <a:ext cx="2513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281894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282509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827673" y="1837944"/>
            <a:ext cx="804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283807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844073" y="1837944"/>
            <a:ext cx="104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8569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8629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865408" y="1837944"/>
            <a:ext cx="173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884010" y="1837944"/>
            <a:ext cx="197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905269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91217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914684" y="1837944"/>
            <a:ext cx="5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2923112" y="1837944"/>
            <a:ext cx="52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29414" y="1837944"/>
            <a:ext cx="27583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690164" y="1837944"/>
            <a:ext cx="7622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455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63927" y="1837944"/>
            <a:ext cx="173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82226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99157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16620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533400" y="1837944"/>
            <a:ext cx="156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550028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566883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583967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600670" y="1837944"/>
            <a:ext cx="1594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617602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34458" y="1837944"/>
            <a:ext cx="155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51009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667865" y="1837944"/>
            <a:ext cx="157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684645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701500" y="1837944"/>
            <a:ext cx="158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718432" y="1837944"/>
            <a:ext cx="160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35515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752751" y="1837944"/>
            <a:ext cx="157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769606" y="1837944"/>
            <a:ext cx="16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787069" y="1837944"/>
            <a:ext cx="167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804836" y="1837944"/>
            <a:ext cx="161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821995" y="1837944"/>
            <a:ext cx="170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840217" y="1837944"/>
            <a:ext cx="135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854643" y="1837944"/>
            <a:ext cx="81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863527" y="1837944"/>
            <a:ext cx="66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871043" y="1837944"/>
            <a:ext cx="116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941275" y="1837944"/>
            <a:ext cx="1647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020238" y="1837944"/>
            <a:ext cx="712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093583" y="1837944"/>
            <a:ext cx="250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122359" y="1837944"/>
            <a:ext cx="1371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Text 172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543 ms · 67%</a:t>
            </a:r>
            <a:endParaRPr lang="en-US" sz="900" dirty="0"/>
          </a:p>
        </p:txBody>
      </p:sp>
      <p:sp>
        <p:nvSpPr>
          <p:cNvPr id="175" name="Text 173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176" name="Shape 174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4149167" y="2240280"/>
            <a:ext cx="4775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455377" y="2240280"/>
            <a:ext cx="4449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9" name="Shape 177"/>
          <p:cNvSpPr/>
          <p:nvPr/>
        </p:nvSpPr>
        <p:spPr>
          <a:xfrm>
            <a:off x="4768269" y="2240280"/>
            <a:ext cx="4282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0" name="Shape 178"/>
          <p:cNvSpPr/>
          <p:nvPr/>
        </p:nvSpPr>
        <p:spPr>
          <a:xfrm>
            <a:off x="5047449" y="2240280"/>
            <a:ext cx="3986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351534" y="2240280"/>
            <a:ext cx="3720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2" name="Shape 180"/>
          <p:cNvSpPr/>
          <p:nvPr/>
        </p:nvSpPr>
        <p:spPr>
          <a:xfrm>
            <a:off x="5648253" y="2240280"/>
            <a:ext cx="387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765255" y="2240280"/>
            <a:ext cx="4305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4" name="Shape 182"/>
          <p:cNvSpPr/>
          <p:nvPr/>
        </p:nvSpPr>
        <p:spPr>
          <a:xfrm>
            <a:off x="5872994" y="2240280"/>
            <a:ext cx="4175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986959" y="2240280"/>
            <a:ext cx="4403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093028" y="2240280"/>
            <a:ext cx="4327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202134" y="2240280"/>
            <a:ext cx="4350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306836" y="2240280"/>
            <a:ext cx="4320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411463" y="2240280"/>
            <a:ext cx="4069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882660" y="2240280"/>
            <a:ext cx="2171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966255" y="2240280"/>
            <a:ext cx="3591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259557" y="2240280"/>
            <a:ext cx="332329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3" name="Text 191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124 ms · 15%</a:t>
            </a:r>
            <a:endParaRPr lang="en-US" sz="900" dirty="0"/>
          </a:p>
        </p:txBody>
      </p:sp>
      <p:sp>
        <p:nvSpPr>
          <p:cNvPr id="194" name="Shape 192"/>
          <p:cNvSpPr/>
          <p:nvPr/>
        </p:nvSpPr>
        <p:spPr>
          <a:xfrm>
            <a:off x="3220135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>
            <a:off x="7019479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199" name="Shape 197"/>
          <p:cNvSpPr/>
          <p:nvPr/>
        </p:nvSpPr>
        <p:spPr>
          <a:xfrm>
            <a:off x="302728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275296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01" name="Shape 199"/>
          <p:cNvSpPr/>
          <p:nvPr/>
        </p:nvSpPr>
        <p:spPr>
          <a:xfrm>
            <a:off x="4545805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4271485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03" name="Shape 201"/>
          <p:cNvSpPr/>
          <p:nvPr/>
        </p:nvSpPr>
        <p:spPr>
          <a:xfrm>
            <a:off x="6064328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5790008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05" name="Shape 203"/>
          <p:cNvSpPr/>
          <p:nvPr/>
        </p:nvSpPr>
        <p:spPr>
          <a:xfrm>
            <a:off x="75828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73085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07" name="Text 205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08" name="Shape 206"/>
          <p:cNvSpPr/>
          <p:nvPr/>
        </p:nvSpPr>
        <p:spPr>
          <a:xfrm>
            <a:off x="155398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09" name="Text 207"/>
          <p:cNvSpPr/>
          <p:nvPr/>
        </p:nvSpPr>
        <p:spPr>
          <a:xfrm>
            <a:off x="155398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225250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1" name="Text 209"/>
          <p:cNvSpPr/>
          <p:nvPr/>
        </p:nvSpPr>
        <p:spPr>
          <a:xfrm>
            <a:off x="225250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460621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3" name="Text 211"/>
          <p:cNvSpPr/>
          <p:nvPr/>
        </p:nvSpPr>
        <p:spPr>
          <a:xfrm>
            <a:off x="460621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24373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15" name="Text 213"/>
          <p:cNvSpPr/>
          <p:nvPr/>
        </p:nvSpPr>
        <p:spPr>
          <a:xfrm>
            <a:off x="7324373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~40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launches/step, median 8 µs, 79% &lt; 20 µs — 205 ms pure idle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exposed AllGather tail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7" name="Text 21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18" name="Text 21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19" name="Shape 21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20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1 · bf16 Action Head: −218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582 ms.  One config knob — and numerically a no-op for training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 busy by kernel class (baseline step, 543 ms)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609344"/>
            <a:ext cx="1920240" cy="182880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6" name="Text 4"/>
          <p:cNvSpPr/>
          <p:nvPr/>
        </p:nvSpPr>
        <p:spPr>
          <a:xfrm>
            <a:off x="2432304" y="158191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201 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79222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fp32 GEMM — all from the action head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956816"/>
            <a:ext cx="120373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9" name="Text 7"/>
          <p:cNvSpPr/>
          <p:nvPr/>
        </p:nvSpPr>
        <p:spPr>
          <a:xfrm>
            <a:off x="1715797" y="19293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126 ms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2139696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other (fla/GDN, embeddings, misc)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974450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2" name="Text 10"/>
          <p:cNvSpPr/>
          <p:nvPr/>
        </p:nvSpPr>
        <p:spPr>
          <a:xfrm>
            <a:off x="1486514" y="227685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102 ms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487168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elementwise / norm / reduce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630527" cy="182880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1142591" y="2624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66 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GEMM (Qwen3.5)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999232"/>
            <a:ext cx="257943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18" name="Text 16"/>
          <p:cNvSpPr/>
          <p:nvPr/>
        </p:nvSpPr>
        <p:spPr>
          <a:xfrm>
            <a:off x="770007" y="297180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 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318211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copy / gather / cat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210176" cy="182880"/>
          </a:xfrm>
          <a:prstGeom prst="rect">
            <a:avLst/>
          </a:prstGeom>
          <a:solidFill>
            <a:srgbClr val="CDCDCD"/>
          </a:solidFill>
          <a:ln/>
        </p:spPr>
      </p:sp>
      <p:sp>
        <p:nvSpPr>
          <p:cNvPr id="21" name="Text 19"/>
          <p:cNvSpPr/>
          <p:nvPr/>
        </p:nvSpPr>
        <p:spPr>
          <a:xfrm>
            <a:off x="722240" y="33192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22 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529584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 kernels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373075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37% of all GPU math is fp32 </a:t>
            </a:r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— all of it from the 2.96B DiT outside the bf16 autocast region.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seed, 200 steps: loss is unchanged</a:t>
            </a:r>
            <a:endParaRPr lang="en-US" sz="1200" dirty="0"/>
          </a:p>
        </p:txBody>
      </p:sp>
      <p:graphicFrame>
        <p:nvGraphicFramePr>
          <p:cNvPr id="25" name="Chart 0" descr=""/>
          <p:cNvGraphicFramePr/>
          <p:nvPr/>
        </p:nvGraphicFramePr>
        <p:xfrm>
          <a:off x="4754880" y="1600200"/>
          <a:ext cx="39319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 23"/>
          <p:cNvSpPr/>
          <p:nvPr/>
        </p:nvSpPr>
        <p:spPr>
          <a:xfrm>
            <a:off x="4754880" y="373075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loss, training steps 1 → 200 · mean per-step |Δ| = 0.04 (run-to-run noise floor) · final: 0.549 vs 0.533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4041648"/>
            <a:ext cx="8229600" cy="38404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28" name="Shape 25"/>
          <p:cNvSpPr/>
          <p:nvPr/>
        </p:nvSpPr>
        <p:spPr>
          <a:xfrm>
            <a:off x="457200" y="4041648"/>
            <a:ext cx="54864" cy="3840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4041648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Why was it fp32 at all?  </a:t>
            </a:r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Inherited caution for diffusion numerics. Only the timestep embedding and the loss math need fp32 — we kept exactly those in fp32 and moved the transformer body to bf16 (dit_dtype knob, one-line rollback).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3" name="Image 0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Fix 2+3 · Keep the GPU Fed: −117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428 ms.  205 ms of every baseline step is GPU idle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Before — everything serialized inside forward()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5720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32588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1554480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~40 ms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24485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0" name="Shape 8"/>
          <p:cNvSpPr/>
          <p:nvPr/>
        </p:nvSpPr>
        <p:spPr>
          <a:xfrm>
            <a:off x="3010662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1" name="Shape 9"/>
          <p:cNvSpPr/>
          <p:nvPr/>
        </p:nvSpPr>
        <p:spPr>
          <a:xfrm>
            <a:off x="3868369" y="1554480"/>
            <a:ext cx="122530" cy="201168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2588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4" name="Shape 12"/>
          <p:cNvSpPr/>
          <p:nvPr/>
        </p:nvSpPr>
        <p:spPr>
          <a:xfrm>
            <a:off x="2183587" y="1865376"/>
            <a:ext cx="153162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2588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" name="Text 16"/>
          <p:cNvSpPr/>
          <p:nvPr/>
        </p:nvSpPr>
        <p:spPr>
          <a:xfrm>
            <a:off x="2336749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94456" y="2176272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052164" y="2176272"/>
            <a:ext cx="24505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280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After — CPU work overlaps the previous step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754880" y="15361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workers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623560" y="1536192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5" name="Shape 23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6" name="Text 24"/>
          <p:cNvSpPr/>
          <p:nvPr/>
        </p:nvSpPr>
        <p:spPr>
          <a:xfrm>
            <a:off x="5623560" y="1554480"/>
            <a:ext cx="2879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preprocess batch N+1 (8 DataLoader workers, pinned)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18470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H2D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23560" y="1847088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9" name="Shape 27"/>
          <p:cNvSpPr/>
          <p:nvPr/>
        </p:nvSpPr>
        <p:spPr>
          <a:xfrm>
            <a:off x="5623560" y="1865376"/>
            <a:ext cx="183794" cy="201168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0" y="21579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GPU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623560" y="2157984"/>
            <a:ext cx="3063240" cy="237744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32" name="Shape 30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Text 31"/>
          <p:cNvSpPr/>
          <p:nvPr/>
        </p:nvSpPr>
        <p:spPr>
          <a:xfrm>
            <a:off x="5684825" y="2176272"/>
            <a:ext cx="9802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fwd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Text 33"/>
          <p:cNvSpPr/>
          <p:nvPr/>
        </p:nvSpPr>
        <p:spPr>
          <a:xfrm>
            <a:off x="6695694" y="2176272"/>
            <a:ext cx="1133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bwd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859725" y="2176272"/>
            <a:ext cx="398221" cy="2011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2505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 = per-step syncs (loss readback, DS timers, mm-merge check): each one drains the launch pipeline and strands the GPU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61488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20116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workers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(image patches + tokenize) runs in 8 workers, overlapped with the previous step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off the critical path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stream, overlaps the ZeRO-2 optimizer tail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upload hidden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device syncs / step removed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CPU, cached by image grid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+ Mixed attention</a:t>
                      </a:r>
                      <a:endParaRPr lang="en-US" sz="9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FA2 varlen (16 images / kernel); text stays SDPA — full FA2 measured slower at seq 192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 (428 → 398)</a:t>
                      </a:r>
                      <a:endParaRPr lang="en-US" sz="9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42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6053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54172" y="3063240"/>
            <a:ext cx="411123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65295" y="3063240"/>
            <a:ext cx="13688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589010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807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2026-07-22T07:35:49Z</dcterms:created>
  <dcterms:modified xsi:type="dcterms:W3CDTF">2026-07-22T07:35:49Z</dcterms:modified>
</cp:coreProperties>
</file>