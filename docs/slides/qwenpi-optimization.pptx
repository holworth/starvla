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bars are real busy intervals from the nsys sqlite export (kernels classified compute vs NCCL vs memcpy).
[IMPORTANT] Key message: this workload was CPU-launch-bound, not GPU-bound. That ordering drives the whole optimization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was a separate 60-step run; deltas are p50-to-p50 on the same node. The next four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items landed as one level (-117 ms), mixed attention as the next (-30 ms).
Mixed attention is a measured trade: full FA2 including text was SLOWER — see the ruled-out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— verified fullgraph fwd+bwd and unchanged loss trajectory.
Group size 8 balances capture memory against launch savings; per-layer compile was ported but the fused graphs replaced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Ledger method: exposed comm = NCCL busy while no compute kernel runs; idle = nothing on any stream.
Remaining exposed comm is gradient-readiness-bound, not hook- or bandwidth-bound — verified by intervention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anchor: what we did NOT ship is as evidence-based as what we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shipped is one MR per optimization with measured before/after — the repo history is the reproducibility story.
[IMPORTANT] Close: 3.2x is banked; the roadmap above is how we keep going.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249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23.1%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1.7×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(NVLink), 60 steps, steady-state p50 of steps 21–44, per-GPU batch 8 unless noted.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141155" cy="315468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from the nsys sqlite (866 ms), aligned to the model phases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325880"/>
            <a:ext cx="1912226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325880"/>
            <a:ext cx="19122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270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421693" y="1325880"/>
            <a:ext cx="3639101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421693" y="1325880"/>
            <a:ext cx="36391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514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060794" y="1325880"/>
            <a:ext cx="574446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7060794" y="1325880"/>
            <a:ext cx="5744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81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325880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600200"/>
            <a:ext cx="97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508760" y="1600200"/>
            <a:ext cx="6126480" cy="384048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73655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12919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3"/>
          <p:cNvSpPr/>
          <p:nvPr/>
        </p:nvSpPr>
        <p:spPr>
          <a:xfrm>
            <a:off x="2114970" y="1627632"/>
            <a:ext cx="566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Shape 14"/>
          <p:cNvSpPr/>
          <p:nvPr/>
        </p:nvSpPr>
        <p:spPr>
          <a:xfrm>
            <a:off x="2123106" y="1627632"/>
            <a:ext cx="2553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" name="Shape 15"/>
          <p:cNvSpPr/>
          <p:nvPr/>
        </p:nvSpPr>
        <p:spPr>
          <a:xfrm>
            <a:off x="2151121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2156285" y="1627632"/>
            <a:ext cx="509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2162086" y="1627632"/>
            <a:ext cx="657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2170363" y="1627632"/>
            <a:ext cx="1195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2184017" y="1627632"/>
            <a:ext cx="1160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7317" y="1627632"/>
            <a:ext cx="1139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2210263" y="1627632"/>
            <a:ext cx="48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2215781" y="1627632"/>
            <a:ext cx="771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2225473" y="1627632"/>
            <a:ext cx="502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2231133" y="1627632"/>
            <a:ext cx="629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2239127" y="1627632"/>
            <a:ext cx="481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2244504" y="1627632"/>
            <a:ext cx="665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2252993" y="1627632"/>
            <a:ext cx="48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2258723" y="1627632"/>
            <a:ext cx="749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2268061" y="1627632"/>
            <a:ext cx="48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2273580" y="1627632"/>
            <a:ext cx="629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2281574" y="1627632"/>
            <a:ext cx="1231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296713" y="1627632"/>
            <a:ext cx="516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2302514" y="1627632"/>
            <a:ext cx="665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2310791" y="1627632"/>
            <a:ext cx="1153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2324020" y="1627632"/>
            <a:ext cx="495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2329609" y="1627632"/>
            <a:ext cx="707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2338382" y="1627632"/>
            <a:ext cx="495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2344041" y="1627632"/>
            <a:ext cx="650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2352177" y="1627632"/>
            <a:ext cx="474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2357553" y="1627632"/>
            <a:ext cx="622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365830" y="1627632"/>
            <a:ext cx="1273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380262" y="1627632"/>
            <a:ext cx="1139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393350" y="1627632"/>
            <a:ext cx="1117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406013" y="1627632"/>
            <a:ext cx="1131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418889" y="1627632"/>
            <a:ext cx="1181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432330" y="1627632"/>
            <a:ext cx="481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437707" y="1627632"/>
            <a:ext cx="643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445843" y="1627632"/>
            <a:ext cx="1188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459921" y="1627632"/>
            <a:ext cx="1209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473928" y="1627632"/>
            <a:ext cx="48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479376" y="1627632"/>
            <a:ext cx="509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485389" y="1627632"/>
            <a:ext cx="566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492534" y="1627632"/>
            <a:ext cx="4138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534556" y="1627632"/>
            <a:ext cx="1811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555072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560307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56306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565542" y="1627632"/>
            <a:ext cx="509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574244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580682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583229" y="1627632"/>
            <a:ext cx="905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595750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598368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601834" y="1627632"/>
            <a:ext cx="1054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615488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62100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62383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627585" y="1627632"/>
            <a:ext cx="2065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650719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656874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659279" y="1627632"/>
            <a:ext cx="841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67010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672862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676116" y="1627632"/>
            <a:ext cx="1131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690619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693095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696915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699603" y="1627632"/>
            <a:ext cx="1782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718138" y="1627632"/>
            <a:ext cx="509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72620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728538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735188" y="1627632"/>
            <a:ext cx="1032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748488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754006" y="1627632"/>
            <a:ext cx="1011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76702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769358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772400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774876" y="1627632"/>
            <a:ext cx="1506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790581" y="1627632"/>
            <a:ext cx="806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801405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806145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808762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812370" y="1627632"/>
            <a:ext cx="1039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825034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830764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833664" y="1627632"/>
            <a:ext cx="933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846328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851633" y="1627632"/>
            <a:ext cx="2377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877667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880427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883539" y="1627632"/>
            <a:ext cx="1082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897051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903065" y="1627632"/>
            <a:ext cx="1018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915304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921105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923651" y="1627632"/>
            <a:ext cx="1358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937800" y="1627632"/>
            <a:ext cx="742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948129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950888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954001" y="1627632"/>
            <a:ext cx="1018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96652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972111" y="1627632"/>
            <a:ext cx="997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984280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989939" y="1627632"/>
            <a:ext cx="2384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016751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021916" y="1627632"/>
            <a:ext cx="990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03401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039673" y="1627632"/>
            <a:ext cx="955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052407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057642" y="1627632"/>
            <a:ext cx="2115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080987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086435" y="1627632"/>
            <a:ext cx="919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096410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102564" y="1627632"/>
            <a:ext cx="856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111832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117562" y="1627632"/>
            <a:ext cx="3508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154067" y="1627632"/>
            <a:ext cx="474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160292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162697" y="1627632"/>
            <a:ext cx="1025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173875" y="1627632"/>
            <a:ext cx="255168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727896" y="1627632"/>
            <a:ext cx="53631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266191" y="1627632"/>
            <a:ext cx="1266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285292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29010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29201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296965" y="1627632"/>
            <a:ext cx="870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306657" y="1627632"/>
            <a:ext cx="2094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32816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33007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35308" y="1627632"/>
            <a:ext cx="4046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79029" y="1627632"/>
            <a:ext cx="459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38539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38730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389994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392046" y="1627632"/>
            <a:ext cx="1252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411430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415108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41680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419495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421546" y="1627632"/>
            <a:ext cx="1245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435554" y="1627632"/>
            <a:ext cx="2115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457484" y="1627632"/>
            <a:ext cx="2016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78354" y="1627632"/>
            <a:ext cx="1301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492149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93918" y="1627632"/>
            <a:ext cx="474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500002" y="1627632"/>
            <a:ext cx="1245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513160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514787" y="1627632"/>
            <a:ext cx="459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520659" y="1627632"/>
            <a:ext cx="1209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53332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535020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540751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54407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546623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549877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551716" y="1627632"/>
            <a:ext cx="665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56119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585956" y="162763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591050" y="1627632"/>
            <a:ext cx="1153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603218" y="1627632"/>
            <a:ext cx="530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609656" y="1627632"/>
            <a:ext cx="1542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626069" y="1627632"/>
            <a:ext cx="1535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42340" y="1627632"/>
            <a:ext cx="1549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58965" y="1627632"/>
            <a:ext cx="1556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75590" y="1627632"/>
            <a:ext cx="1634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92993" y="1627632"/>
            <a:ext cx="1563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9689" y="1627632"/>
            <a:ext cx="1513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25748" y="1627632"/>
            <a:ext cx="1450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742656" y="1627632"/>
            <a:ext cx="1570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759422" y="1627632"/>
            <a:ext cx="152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775623" y="1627632"/>
            <a:ext cx="152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791823" y="1627632"/>
            <a:ext cx="1506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807953" y="1627632"/>
            <a:ext cx="1506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823941" y="1627632"/>
            <a:ext cx="1492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839859" y="1627632"/>
            <a:ext cx="1485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855706" y="1627632"/>
            <a:ext cx="1506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871835" y="1627632"/>
            <a:ext cx="1492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887611" y="1627632"/>
            <a:ext cx="1499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903600" y="1627632"/>
            <a:ext cx="1082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15202" y="1627632"/>
            <a:ext cx="672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922630" y="1627632"/>
            <a:ext cx="1740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984956" y="1627632"/>
            <a:ext cx="1535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061289" y="1627632"/>
            <a:ext cx="6742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130902" y="1627632"/>
            <a:ext cx="2355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158280" y="1627632"/>
            <a:ext cx="12755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8" name="Text 196"/>
          <p:cNvSpPr/>
          <p:nvPr/>
        </p:nvSpPr>
        <p:spPr>
          <a:xfrm>
            <a:off x="7671816" y="16002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544 ms · 63%</a:t>
            </a:r>
            <a:endParaRPr lang="en-US" sz="900" dirty="0"/>
          </a:p>
        </p:txBody>
      </p:sp>
      <p:sp>
        <p:nvSpPr>
          <p:cNvPr id="199" name="Text 197"/>
          <p:cNvSpPr/>
          <p:nvPr/>
        </p:nvSpPr>
        <p:spPr>
          <a:xfrm>
            <a:off x="457200" y="2075688"/>
            <a:ext cx="97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200" name="Shape 198"/>
          <p:cNvSpPr/>
          <p:nvPr/>
        </p:nvSpPr>
        <p:spPr>
          <a:xfrm>
            <a:off x="1508760" y="2075688"/>
            <a:ext cx="6126480" cy="384048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4308689" y="2103120"/>
            <a:ext cx="27307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2" name="Shape 200"/>
          <p:cNvSpPr/>
          <p:nvPr/>
        </p:nvSpPr>
        <p:spPr>
          <a:xfrm>
            <a:off x="4589615" y="2103120"/>
            <a:ext cx="28510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3" name="Shape 201"/>
          <p:cNvSpPr/>
          <p:nvPr/>
        </p:nvSpPr>
        <p:spPr>
          <a:xfrm>
            <a:off x="4879951" y="2103120"/>
            <a:ext cx="27095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138240" y="2103120"/>
            <a:ext cx="26812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418247" y="2103120"/>
            <a:ext cx="28298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6" name="Shape 204"/>
          <p:cNvSpPr/>
          <p:nvPr/>
        </p:nvSpPr>
        <p:spPr>
          <a:xfrm>
            <a:off x="5694433" y="2103120"/>
            <a:ext cx="30774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7" name="Shape 205"/>
          <p:cNvSpPr/>
          <p:nvPr/>
        </p:nvSpPr>
        <p:spPr>
          <a:xfrm>
            <a:off x="5801328" y="2103120"/>
            <a:ext cx="40112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8" name="Shape 206"/>
          <p:cNvSpPr/>
          <p:nvPr/>
        </p:nvSpPr>
        <p:spPr>
          <a:xfrm>
            <a:off x="5901291" y="2103120"/>
            <a:ext cx="40466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006771" y="2103120"/>
            <a:ext cx="40254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104681" y="2103120"/>
            <a:ext cx="41103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204148" y="2103120"/>
            <a:ext cx="40890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318825" y="2103120"/>
            <a:ext cx="39900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448641" y="2103120"/>
            <a:ext cx="29500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940033" y="2103120"/>
            <a:ext cx="20233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5" name="Shape 213"/>
          <p:cNvSpPr/>
          <p:nvPr/>
        </p:nvSpPr>
        <p:spPr>
          <a:xfrm>
            <a:off x="7011202" y="2103120"/>
            <a:ext cx="33391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6" name="Shape 214"/>
          <p:cNvSpPr/>
          <p:nvPr/>
        </p:nvSpPr>
        <p:spPr>
          <a:xfrm>
            <a:off x="7285833" y="2103120"/>
            <a:ext cx="310498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7" name="Text 215"/>
          <p:cNvSpPr/>
          <p:nvPr/>
        </p:nvSpPr>
        <p:spPr>
          <a:xfrm>
            <a:off x="7671816" y="207568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114 ms · 13%</a:t>
            </a:r>
            <a:endParaRPr lang="en-US" sz="900" dirty="0"/>
          </a:p>
        </p:txBody>
      </p:sp>
      <p:sp>
        <p:nvSpPr>
          <p:cNvPr id="218" name="Shape 216"/>
          <p:cNvSpPr/>
          <p:nvPr/>
        </p:nvSpPr>
        <p:spPr>
          <a:xfrm>
            <a:off x="3421693" y="1600200"/>
            <a:ext cx="0" cy="859536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219" name="Shape 217"/>
          <p:cNvSpPr/>
          <p:nvPr/>
        </p:nvSpPr>
        <p:spPr>
          <a:xfrm>
            <a:off x="7060794" y="1600200"/>
            <a:ext cx="0" cy="859536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220" name="Shape 218"/>
          <p:cNvSpPr/>
          <p:nvPr/>
        </p:nvSpPr>
        <p:spPr>
          <a:xfrm>
            <a:off x="1508760" y="2569464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1508760" y="2569464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1234440" y="26151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23" name="Shape 221"/>
          <p:cNvSpPr/>
          <p:nvPr/>
        </p:nvSpPr>
        <p:spPr>
          <a:xfrm>
            <a:off x="2923651" y="2569464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24" name="Text 222"/>
          <p:cNvSpPr/>
          <p:nvPr/>
        </p:nvSpPr>
        <p:spPr>
          <a:xfrm>
            <a:off x="2649331" y="26151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25" name="Shape 223"/>
          <p:cNvSpPr/>
          <p:nvPr/>
        </p:nvSpPr>
        <p:spPr>
          <a:xfrm>
            <a:off x="4338543" y="2569464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4064223" y="26151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27" name="Shape 225"/>
          <p:cNvSpPr/>
          <p:nvPr/>
        </p:nvSpPr>
        <p:spPr>
          <a:xfrm>
            <a:off x="5753434" y="2569464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5479114" y="26151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29" name="Shape 227"/>
          <p:cNvSpPr/>
          <p:nvPr/>
        </p:nvSpPr>
        <p:spPr>
          <a:xfrm>
            <a:off x="7168326" y="2569464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6894006" y="26151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5806440" y="2770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32" name="Shape 230"/>
          <p:cNvSpPr/>
          <p:nvPr/>
        </p:nvSpPr>
        <p:spPr>
          <a:xfrm>
            <a:off x="457200" y="3090672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3" name="Text 231"/>
          <p:cNvSpPr/>
          <p:nvPr/>
        </p:nvSpPr>
        <p:spPr>
          <a:xfrm>
            <a:off x="621792" y="307238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29% pure GPU idle — </a:t>
            </a:r>
            <a:pPr indent="0" marL="0">
              <a:buNone/>
            </a:pPr>
            <a:r>
              <a:rPr lang="en-US" sz="10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254 ms with no kernel on any stream — the GPU waits for the CPU</a:t>
            </a:r>
            <a:endParaRPr lang="en-US" sz="1050" dirty="0"/>
          </a:p>
        </p:txBody>
      </p:sp>
      <p:sp>
        <p:nvSpPr>
          <p:cNvPr id="234" name="Shape 232"/>
          <p:cNvSpPr/>
          <p:nvPr/>
        </p:nvSpPr>
        <p:spPr>
          <a:xfrm>
            <a:off x="4663440" y="3090672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5" name="Text 233"/>
          <p:cNvSpPr/>
          <p:nvPr/>
        </p:nvSpPr>
        <p:spPr>
          <a:xfrm>
            <a:off x="4828032" y="307238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13,868 kernel launches / step — </a:t>
            </a:r>
            <a:pPr indent="0" marL="0">
              <a:buNone/>
            </a:pPr>
            <a:r>
              <a:rPr lang="en-US" sz="10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eager launch overhead dominates; many kernels run &lt; 20 µs</a:t>
            </a:r>
            <a:endParaRPr lang="en-US" sz="1050" dirty="0"/>
          </a:p>
        </p:txBody>
      </p:sp>
      <p:sp>
        <p:nvSpPr>
          <p:cNvPr id="236" name="Shape 234"/>
          <p:cNvSpPr/>
          <p:nvPr/>
        </p:nvSpPr>
        <p:spPr>
          <a:xfrm>
            <a:off x="457200" y="3657600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7" name="Text 235"/>
          <p:cNvSpPr/>
          <p:nvPr/>
        </p:nvSpPr>
        <p:spPr>
          <a:xfrm>
            <a:off x="621792" y="36393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 runs in fp32 — </a:t>
            </a:r>
            <a:pPr indent="0" marL="0">
              <a:buNone/>
            </a:pPr>
            <a:r>
              <a:rPr lang="en-US" sz="10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2.96B DiT sits outside autocast — half the achievable math rate</a:t>
            </a:r>
            <a:endParaRPr lang="en-US" sz="1050" dirty="0"/>
          </a:p>
        </p:txBody>
      </p:sp>
      <p:sp>
        <p:nvSpPr>
          <p:cNvPr id="238" name="Shape 236"/>
          <p:cNvSpPr/>
          <p:nvPr/>
        </p:nvSpPr>
        <p:spPr>
          <a:xfrm>
            <a:off x="4663440" y="3657600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9" name="Text 237"/>
          <p:cNvSpPr/>
          <p:nvPr/>
        </p:nvSpPr>
        <p:spPr>
          <a:xfrm>
            <a:off x="4828032" y="36393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work inside forward() — </a:t>
            </a:r>
            <a:pPr indent="0" marL="0">
              <a:buNone/>
            </a:pPr>
            <a:r>
              <a:rPr lang="en-US" sz="10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HF preprocessing + per-step syncs serialize CPU and GPU</a:t>
            </a:r>
            <a:endParaRPr lang="en-US" sz="1050" dirty="0"/>
          </a:p>
        </p:txBody>
      </p:sp>
      <p:sp>
        <p:nvSpPr>
          <p:cNvPr id="240" name="Text 23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41" name="Text 23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42" name="Shape 24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43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Six measured steps, ms per step — each level profiled on the same node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166513" y="1325880"/>
            <a:ext cx="841248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66513" y="1069848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37667" y="1325880"/>
            <a:ext cx="841248" cy="63539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Shape 16"/>
          <p:cNvSpPr/>
          <p:nvPr/>
        </p:nvSpPr>
        <p:spPr>
          <a:xfrm>
            <a:off x="2007761" y="1325880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2237667" y="10881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-218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37667" y="198870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67850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08822" y="1961274"/>
            <a:ext cx="841248" cy="107842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8915" y="1961274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308822" y="1723530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-37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08822" y="209654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139005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torch 2.7.1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NCCL 2.26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79976" y="2069116"/>
            <a:ext cx="841248" cy="34101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8" name="Shape 26"/>
          <p:cNvSpPr/>
          <p:nvPr/>
        </p:nvSpPr>
        <p:spPr>
          <a:xfrm>
            <a:off x="4150070" y="2069116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379976" y="183137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-117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79976" y="243756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428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210159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51130" y="2410130"/>
            <a:ext cx="841248" cy="8744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33" name="Shape 31"/>
          <p:cNvSpPr/>
          <p:nvPr/>
        </p:nvSpPr>
        <p:spPr>
          <a:xfrm>
            <a:off x="5221224" y="2410130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5451130" y="217238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-30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51130" y="2525001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281313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522285" y="2497569"/>
            <a:ext cx="841248" cy="37016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38" name="Shape 36"/>
          <p:cNvSpPr/>
          <p:nvPr/>
        </p:nvSpPr>
        <p:spPr>
          <a:xfrm>
            <a:off x="6292378" y="2497569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6522285" y="2259825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-126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22285" y="289516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52467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363533" y="2867730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7593439" y="2931852"/>
            <a:ext cx="841248" cy="7257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Text 42"/>
          <p:cNvSpPr/>
          <p:nvPr/>
        </p:nvSpPr>
        <p:spPr>
          <a:xfrm>
            <a:off x="7593439" y="267582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423622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tuning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51560" y="4187952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Ladder levels measured with nsys attached on rank 0 (~5% overhead); final 249 ms is the clean steady-state p50 of the merged main branch (bucket 1.5e9 + reduce_scatter off).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50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First Wins: bf16 Head + Software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545 ms.  The two cheapest changes bought 32%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3977640" cy="54864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action head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−218 ms (800 → 582)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2.96B DiT ran in fp32 — one config knob moves it under bf16 autocast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Loss &amp; timestep math stay fp32; same-seed 100-step loss trajectory unchanged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Single-switch rollback: dit_dtype=none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371600"/>
            <a:ext cx="397764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1371600"/>
            <a:ext cx="3977640" cy="54864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2" name="Image 1" descr="/app/icons/m48-rocket-3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002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212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torch 2.7.1 + NCCL 2.26.2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−37 ms (582 → 545)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937760" y="256032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Container-level upgrade, zero code change (plus triton 3.3.1)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eager kernels and NCCL launch path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Prerequisite for the CUDA-Graph work (slide 8)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Takeaway: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audit precision policy and framework versions before touching any code — they set the floor everything else stands on.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0" name="Image 2" descr="/app/logos/nvidia-logo-blk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Keep the GPU Fed: Pipeline &amp; Syncs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 → 398 ms.  CPU work off the critical path, no per-step syncs, right attention per stack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43484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DataLoader workers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(tokenize + image patches) runs in 8 workers, overlapped with the previous step's GPU work; batches arrive as pinned CPU tensors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 forward-path CPU removed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 copies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 overlaps upload with the ZeRO-2 optimizer tail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H2D off the critical path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removes 2 device syncs / step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 and cached — they depend only on the image grid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Mixed attention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on FA2 varlen (one kernel per layer for all 16 images); text stays SDPA — at seq 192 FA2's unpad/repad is a net loss (measured)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−30 ms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9776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Principle: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training step should launch GPU work and get out of the way — anything the CPU must compute belongs in workers or caches, and anything that reads a GPU value blocks the launch pipeline.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&amp; torch.compile: −126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 → 271 ms.  Replay the whole network as six graphs instead of ~14k eager launches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291962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206362" y="1417320"/>
            <a:ext cx="448043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Whole-model compile is blocked: the hybrid GDN layers (fla library) graph-break in dynamo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So we capture around it: 32 text layers grouped into 4 CUDA Graphs of 8 layers each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Vision tower captured as a single graph (FA2 kernels inside, host-cached max_seqlen)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Static shapes make it possible: text fixed at 192, encoder padded to 192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Sync-free multimodal merge: removed a device-to-host validation readback in the image-token scatter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06362" y="3657600"/>
            <a:ext cx="4480438" cy="65836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Shape 4"/>
          <p:cNvSpPr/>
          <p:nvPr/>
        </p:nvSpPr>
        <p:spPr>
          <a:xfrm>
            <a:off x="4206362" y="3657600"/>
            <a:ext cx="54864" cy="6583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5"/>
          <p:cNvSpPr/>
          <p:nvPr/>
        </p:nvSpPr>
        <p:spPr>
          <a:xfrm>
            <a:off x="4389242" y="3657600"/>
            <a:ext cx="42061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2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 &amp; the Final Ledger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 → 249 ms.  Fewer, larger collectives — and an honest ledger of what remains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reduce_bucket_size 5e8 → 1.5e9: 6 gradient AllReduces per step instead of ~20, scoped to this model's config only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reduce_scatter=false: drops DeepSpeed's redundant per-bucket flatten (CatArrayBatchedCopy) ahead of each AllReduce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Verified NOT bandwidth-bound: AllReduce microbenchmark hits 478 GB/s bus bandwidth — the NVLink per-direction ceiling. The remaining exposed comm can only shrink by sending fewer bytes.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Per-step time ledger (same accounting, one steady step from each nsys capture)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449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48840" y="3063240"/>
            <a:ext cx="3596656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3063240"/>
            <a:ext cx="359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539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45496" y="3063240"/>
            <a:ext cx="407118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0" name="Shape 8"/>
          <p:cNvSpPr/>
          <p:nvPr/>
        </p:nvSpPr>
        <p:spPr>
          <a:xfrm>
            <a:off x="6152614" y="3063240"/>
            <a:ext cx="1695881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/>
          <p:nvPr/>
        </p:nvSpPr>
        <p:spPr>
          <a:xfrm>
            <a:off x="6152614" y="3063240"/>
            <a:ext cx="169588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903359" y="30632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866 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5021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Text 13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175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18137" y="3520440"/>
            <a:ext cx="148164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" name="Shape 15"/>
          <p:cNvSpPr/>
          <p:nvPr/>
        </p:nvSpPr>
        <p:spPr>
          <a:xfrm>
            <a:off x="3466301" y="3520440"/>
            <a:ext cx="289655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" name="Text 16"/>
          <p:cNvSpPr/>
          <p:nvPr/>
        </p:nvSpPr>
        <p:spPr>
          <a:xfrm>
            <a:off x="3810820" y="35204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 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48840" y="4005072"/>
            <a:ext cx="164592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23682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busy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77640" y="4005072"/>
            <a:ext cx="164592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Text 20"/>
          <p:cNvSpPr/>
          <p:nvPr/>
        </p:nvSpPr>
        <p:spPr>
          <a:xfrm>
            <a:off x="41970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06440" y="4005072"/>
            <a:ext cx="164592" cy="12801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" name="Text 22"/>
          <p:cNvSpPr/>
          <p:nvPr/>
        </p:nvSpPr>
        <p:spPr>
          <a:xfrm>
            <a:off x="60258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Idle / launch gaps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2245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AllReduce 15.1 GB/step + optimizer AllGather 15.1 GB/step (bf16). Idle from 254 ms to 43 ms.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340 samples/node/s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254225"/>
            <a:ext cx="685800" cy="158625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1998193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23.1%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1883893"/>
            <a:ext cx="685800" cy="1956587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627861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317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28.4%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741932"/>
            <a:ext cx="685800" cy="20985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4859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30.5%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235708"/>
            <a:ext cx="685800" cy="1604772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19796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260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23.3%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 and comm costs: MFU climbs 23% → 30.5%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(986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 We Ruled Out — and How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Negative results are results: every hypothesis got a same-node experiment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011680"/>
                <a:gridCol w="4251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Hypothesis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Experiment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Verdict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FA2 for the text stack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A/B at seq 192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Slower (+10 ms): unpad/repad overhead exceeds kernel gains at short sequences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“NCCL is misconfigured”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Forced protocols, NCCL_DEBUG, microbenchmark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AllReduce already at 478 GB/s busbw = NVLink ceiling; kernel-name suffix was a red herring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masked_scatter nonzero sync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index_copy patch, bitwise-equal unit test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0 ms: the AllReduce tail is gradient-readiness-bound, so hiding the sync moves nothing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cache still needed?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Toggle at final config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Neutral at the tip (CUDA Graphs hide it) — kept for CPU headroom, one-knob rollback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Whole-model torch.compile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Compile attempts on torch 2.6 &amp; 2.7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Hybrid GDN layers graph-break in dynamo → group-graph capture instead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FlashQLA GDN kernels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Kernel-time ceiling analysis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Only ~10.5 ms/step of GDN time exists; needs torch ≥ 2.8 — deferred, not worth the risk now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8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Remaining Headroom &amp;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Where the next milliseconds live, ranked by ceiling — measured, not guessed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4173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GEMMs at the power wall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[fp8 territory]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3000" y="16824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Sustained GEMM throughput caps at ~622 TFLOPS on this node (power, not occupancy). The only lever left for the math itself is fp8.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12140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121408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" name="Image 1" descr="/app/icons/m48-distributed-learning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6771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communication (~30-55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[compression]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43000" y="243230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Bandwidth is at the NVLink ceiling; bytes are the only lever — 1-bit Adam / gradient compression, with convergence sign-off.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287121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2871216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6" name="Image 2" descr="/app/icons/m48-cog-gear-256x-g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43000" y="29169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tail (~25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[compiled autograd]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143000" y="3182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optimizer step + AllGather at step end; compiled autograd / fused optimizer can overlap part of it.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62102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57200" y="3621024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1" name="Image 3" descr="/app/icons/m48-scalability-up-sample-256px-g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6732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36667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Scale-out readiness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[deployment]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143000" y="39319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 split-topology nodes (4+4 NVLink islands) set NCCL_P2P_LEVEL=NVL — first collective hangs otherwise. bs24 adoption gated on a convergence run.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7" name="Image 4" descr="/app/logos/nvidia-logo-blk-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2026-07-22T04:59:58Z</dcterms:created>
  <dcterms:modified xsi:type="dcterms:W3CDTF">2026-07-22T04:59:58Z</dcterms:modified>
</cp:coreProperties>
</file>