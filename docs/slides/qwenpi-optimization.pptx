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bars are real busy intervals from the nsys sqlite; badges 1/2/4/5 point at where each problem is visible.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was a separate 60-step run; deltas are p50-to-p50 on the same node. The next four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items landed as one level (-117 ms), mixed attention as the next (-30 ms).
Mixed attention is a measured trade: full FA2 including text was SLOWER — see the ruled-out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— verified fullgraph fwd+bwd and unchanged loss trajectory.
Group size 8 balances capture memory against launch savings; per-layer compile was ported but the fused graphs replaced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22026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(nsys, 866 ms): six problems you can see in the trace — each maps to a fix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1912226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19122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270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421693" y="1261872"/>
            <a:ext cx="3639101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421693" y="1261872"/>
            <a:ext cx="3639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514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060794" y="1261872"/>
            <a:ext cx="574446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7060794" y="1261872"/>
            <a:ext cx="5744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81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53619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508760" y="153619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73655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12919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3"/>
          <p:cNvSpPr/>
          <p:nvPr/>
        </p:nvSpPr>
        <p:spPr>
          <a:xfrm>
            <a:off x="2114970" y="1563624"/>
            <a:ext cx="566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2123106" y="1563624"/>
            <a:ext cx="25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2151121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156285" y="1563624"/>
            <a:ext cx="509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162086" y="1563624"/>
            <a:ext cx="657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2170363" y="1563624"/>
            <a:ext cx="119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2184017" y="1563624"/>
            <a:ext cx="1160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7317" y="1563624"/>
            <a:ext cx="1139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2210263" y="1563624"/>
            <a:ext cx="48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2215781" y="1563624"/>
            <a:ext cx="77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2225473" y="1563624"/>
            <a:ext cx="502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2231133" y="1563624"/>
            <a:ext cx="62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2239127" y="1563624"/>
            <a:ext cx="48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4504" y="1563624"/>
            <a:ext cx="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2252993" y="1563624"/>
            <a:ext cx="48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2258723" y="1563624"/>
            <a:ext cx="74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2268061" y="1563624"/>
            <a:ext cx="48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273580" y="1563624"/>
            <a:ext cx="62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1574" y="1563624"/>
            <a:ext cx="1231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296713" y="1563624"/>
            <a:ext cx="516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302514" y="1563624"/>
            <a:ext cx="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310791" y="1563624"/>
            <a:ext cx="1153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324020" y="1563624"/>
            <a:ext cx="49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329609" y="1563624"/>
            <a:ext cx="707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338382" y="1563624"/>
            <a:ext cx="49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344041" y="1563624"/>
            <a:ext cx="65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2352177" y="1563624"/>
            <a:ext cx="474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2357553" y="1563624"/>
            <a:ext cx="622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365830" y="1563624"/>
            <a:ext cx="1273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380262" y="1563624"/>
            <a:ext cx="1139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393350" y="1563624"/>
            <a:ext cx="111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406013" y="1563624"/>
            <a:ext cx="113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418889" y="1563624"/>
            <a:ext cx="1181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432330" y="1563624"/>
            <a:ext cx="48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437707" y="1563624"/>
            <a:ext cx="643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445843" y="1563624"/>
            <a:ext cx="1188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459921" y="1563624"/>
            <a:ext cx="1209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473928" y="1563624"/>
            <a:ext cx="48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479376" y="1563624"/>
            <a:ext cx="509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485389" y="1563624"/>
            <a:ext cx="566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492534" y="1563624"/>
            <a:ext cx="4138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534556" y="1563624"/>
            <a:ext cx="181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555072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560307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563066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5542" y="1563624"/>
            <a:ext cx="509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574244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580682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583229" y="1563624"/>
            <a:ext cx="905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595750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598368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601834" y="1563624"/>
            <a:ext cx="10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615488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621006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623836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627585" y="1563624"/>
            <a:ext cx="2065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650719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656874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659279" y="1563624"/>
            <a:ext cx="84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670103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672862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676116" y="1563624"/>
            <a:ext cx="113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690619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693095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696915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699603" y="1563624"/>
            <a:ext cx="178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718138" y="1563624"/>
            <a:ext cx="509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726203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728538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735188" y="1563624"/>
            <a:ext cx="1032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748488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754006" y="1563624"/>
            <a:ext cx="1011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767023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769358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772400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774876" y="1563624"/>
            <a:ext cx="150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790581" y="1563624"/>
            <a:ext cx="80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801405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806145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808762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812370" y="1563624"/>
            <a:ext cx="103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825034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830764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833664" y="1563624"/>
            <a:ext cx="933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846328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851633" y="1563624"/>
            <a:ext cx="23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877667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880427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883539" y="1563624"/>
            <a:ext cx="108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897051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903065" y="1563624"/>
            <a:ext cx="101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915304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921105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923651" y="1563624"/>
            <a:ext cx="135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937800" y="1563624"/>
            <a:ext cx="7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948129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950888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954001" y="1563624"/>
            <a:ext cx="101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966523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972111" y="1563624"/>
            <a:ext cx="997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984280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989939" y="1563624"/>
            <a:ext cx="238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016751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021916" y="1563624"/>
            <a:ext cx="99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034013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039673" y="1563624"/>
            <a:ext cx="955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052407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057642" y="1563624"/>
            <a:ext cx="2115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080987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086435" y="1563624"/>
            <a:ext cx="919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096410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102564" y="1563624"/>
            <a:ext cx="856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111832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117562" y="1563624"/>
            <a:ext cx="3508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154067" y="1563624"/>
            <a:ext cx="474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160292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162697" y="1563624"/>
            <a:ext cx="1025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173875" y="1563624"/>
            <a:ext cx="255168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27896" y="1563624"/>
            <a:ext cx="536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266191" y="1563624"/>
            <a:ext cx="126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285292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290103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292013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296965" y="1563624"/>
            <a:ext cx="870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306657" y="1563624"/>
            <a:ext cx="2094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328163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30073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35308" y="1563624"/>
            <a:ext cx="4046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79029" y="1563624"/>
            <a:ext cx="45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385396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387306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389994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392046" y="1563624"/>
            <a:ext cx="125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411430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415108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6806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419495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21546" y="1563624"/>
            <a:ext cx="1245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35554" y="1563624"/>
            <a:ext cx="2115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457484" y="1563624"/>
            <a:ext cx="2016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78354" y="1563624"/>
            <a:ext cx="130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92149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93918" y="1563624"/>
            <a:ext cx="474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500002" y="1563624"/>
            <a:ext cx="1245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513160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514787" y="1563624"/>
            <a:ext cx="45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520659" y="1563624"/>
            <a:ext cx="1209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533323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535020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540751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544076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546623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549877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551716" y="1563624"/>
            <a:ext cx="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561196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585956" y="156362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91050" y="1563624"/>
            <a:ext cx="1153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3218" y="1563624"/>
            <a:ext cx="53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09656" y="1563624"/>
            <a:ext cx="15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626069" y="1563624"/>
            <a:ext cx="15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42340" y="1563624"/>
            <a:ext cx="154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58965" y="1563624"/>
            <a:ext cx="1556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75590" y="1563624"/>
            <a:ext cx="1634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92993" y="1563624"/>
            <a:ext cx="156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9689" y="1563624"/>
            <a:ext cx="151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25748" y="1563624"/>
            <a:ext cx="1450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742656" y="1563624"/>
            <a:ext cx="1570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759422" y="1563624"/>
            <a:ext cx="152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775623" y="1563624"/>
            <a:ext cx="152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791823" y="1563624"/>
            <a:ext cx="150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807953" y="1563624"/>
            <a:ext cx="150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823941" y="1563624"/>
            <a:ext cx="1492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839859" y="1563624"/>
            <a:ext cx="148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855706" y="1563624"/>
            <a:ext cx="150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871835" y="1563624"/>
            <a:ext cx="1492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887611" y="1563624"/>
            <a:ext cx="149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903600" y="1563624"/>
            <a:ext cx="108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15202" y="1563624"/>
            <a:ext cx="67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922630" y="1563624"/>
            <a:ext cx="1740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984956" y="1563624"/>
            <a:ext cx="15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061289" y="1563624"/>
            <a:ext cx="674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130902" y="1563624"/>
            <a:ext cx="2355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158280" y="1563624"/>
            <a:ext cx="127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8" name="Text 196"/>
          <p:cNvSpPr/>
          <p:nvPr/>
        </p:nvSpPr>
        <p:spPr>
          <a:xfrm>
            <a:off x="7671816" y="15361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544 ms · 63%</a:t>
            </a:r>
            <a:endParaRPr lang="en-US" sz="900" dirty="0"/>
          </a:p>
        </p:txBody>
      </p:sp>
      <p:sp>
        <p:nvSpPr>
          <p:cNvPr id="199" name="Text 197"/>
          <p:cNvSpPr/>
          <p:nvPr/>
        </p:nvSpPr>
        <p:spPr>
          <a:xfrm>
            <a:off x="457200" y="193852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1508760" y="193852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4308689" y="1965960"/>
            <a:ext cx="2730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2" name="Shape 200"/>
          <p:cNvSpPr/>
          <p:nvPr/>
        </p:nvSpPr>
        <p:spPr>
          <a:xfrm>
            <a:off x="4589615" y="1965960"/>
            <a:ext cx="2851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3" name="Shape 201"/>
          <p:cNvSpPr/>
          <p:nvPr/>
        </p:nvSpPr>
        <p:spPr>
          <a:xfrm>
            <a:off x="4879951" y="1965960"/>
            <a:ext cx="2709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138240" y="1965960"/>
            <a:ext cx="2681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418247" y="1965960"/>
            <a:ext cx="282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694433" y="1965960"/>
            <a:ext cx="3077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7" name="Shape 205"/>
          <p:cNvSpPr/>
          <p:nvPr/>
        </p:nvSpPr>
        <p:spPr>
          <a:xfrm>
            <a:off x="5801328" y="1965960"/>
            <a:ext cx="4011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8" name="Shape 206"/>
          <p:cNvSpPr/>
          <p:nvPr/>
        </p:nvSpPr>
        <p:spPr>
          <a:xfrm>
            <a:off x="5901291" y="1965960"/>
            <a:ext cx="4046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006771" y="1965960"/>
            <a:ext cx="4025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104681" y="1965960"/>
            <a:ext cx="4110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204148" y="1965960"/>
            <a:ext cx="4089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318825" y="1965960"/>
            <a:ext cx="3990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448641" y="1965960"/>
            <a:ext cx="2950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940033" y="1965960"/>
            <a:ext cx="2023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5" name="Shape 213"/>
          <p:cNvSpPr/>
          <p:nvPr/>
        </p:nvSpPr>
        <p:spPr>
          <a:xfrm>
            <a:off x="7011202" y="1965960"/>
            <a:ext cx="3339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285833" y="1965960"/>
            <a:ext cx="3104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7" name="Text 215"/>
          <p:cNvSpPr/>
          <p:nvPr/>
        </p:nvSpPr>
        <p:spPr>
          <a:xfrm>
            <a:off x="7671816" y="19385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114 ms · 13%</a:t>
            </a:r>
            <a:endParaRPr lang="en-US" sz="900" dirty="0"/>
          </a:p>
        </p:txBody>
      </p:sp>
      <p:sp>
        <p:nvSpPr>
          <p:cNvPr id="218" name="Shape 216"/>
          <p:cNvSpPr/>
          <p:nvPr/>
        </p:nvSpPr>
        <p:spPr>
          <a:xfrm>
            <a:off x="3421693" y="153619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219" name="Shape 217"/>
          <p:cNvSpPr/>
          <p:nvPr/>
        </p:nvSpPr>
        <p:spPr>
          <a:xfrm>
            <a:off x="7060794" y="153619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220" name="Shape 218"/>
          <p:cNvSpPr/>
          <p:nvPr/>
        </p:nvSpPr>
        <p:spPr>
          <a:xfrm>
            <a:off x="1508760" y="235915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1508760" y="235915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1234440" y="24048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23" name="Shape 221"/>
          <p:cNvSpPr/>
          <p:nvPr/>
        </p:nvSpPr>
        <p:spPr>
          <a:xfrm>
            <a:off x="2923651" y="235915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2649331" y="24048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25" name="Shape 223"/>
          <p:cNvSpPr/>
          <p:nvPr/>
        </p:nvSpPr>
        <p:spPr>
          <a:xfrm>
            <a:off x="4338543" y="235915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4064223" y="24048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27" name="Shape 225"/>
          <p:cNvSpPr/>
          <p:nvPr/>
        </p:nvSpPr>
        <p:spPr>
          <a:xfrm>
            <a:off x="5753434" y="235915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5479114" y="24048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29" name="Shape 227"/>
          <p:cNvSpPr/>
          <p:nvPr/>
        </p:nvSpPr>
        <p:spPr>
          <a:xfrm>
            <a:off x="7168326" y="235915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6894006" y="24048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5806440" y="2560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32" name="Shape 230"/>
          <p:cNvSpPr/>
          <p:nvPr/>
        </p:nvSpPr>
        <p:spPr>
          <a:xfrm>
            <a:off x="1700298" y="160020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33" name="Text 231"/>
          <p:cNvSpPr/>
          <p:nvPr/>
        </p:nvSpPr>
        <p:spPr>
          <a:xfrm>
            <a:off x="1700298" y="16002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34" name="Shape 232"/>
          <p:cNvSpPr/>
          <p:nvPr/>
        </p:nvSpPr>
        <p:spPr>
          <a:xfrm>
            <a:off x="2655350" y="160020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35" name="Text 233"/>
          <p:cNvSpPr/>
          <p:nvPr/>
        </p:nvSpPr>
        <p:spPr>
          <a:xfrm>
            <a:off x="2655350" y="16002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4459337" y="160020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37" name="Text 235"/>
          <p:cNvSpPr/>
          <p:nvPr/>
        </p:nvSpPr>
        <p:spPr>
          <a:xfrm>
            <a:off x="4459337" y="16002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345715" y="200253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39" name="Text 237"/>
          <p:cNvSpPr/>
          <p:nvPr/>
        </p:nvSpPr>
        <p:spPr>
          <a:xfrm>
            <a:off x="7345715" y="20025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2549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80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launches/step, median 8 µs, 79% &lt; 20 µs — 254 ms pure idle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44 ms exposed AllGather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6 · Config-level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2.6-era kernels; one attention backend for vision + text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 (−37); mixed attn  (−30)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1" name="Text 2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42" name="Text 2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43" name="Shape 2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Six measured steps, ms per step — each level profiled on the same node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166513" y="1325880"/>
            <a:ext cx="841248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66513" y="1069848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37667" y="1325880"/>
            <a:ext cx="841248" cy="63539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Shape 16"/>
          <p:cNvSpPr/>
          <p:nvPr/>
        </p:nvSpPr>
        <p:spPr>
          <a:xfrm>
            <a:off x="2007761" y="132588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2237667" y="10881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-218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37667" y="198870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7850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08822" y="1961274"/>
            <a:ext cx="841248" cy="107842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8915" y="1961274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308822" y="1723530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-37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08822" y="209654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139005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torch 2.7.1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NCCL 2.26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79976" y="2069116"/>
            <a:ext cx="841248" cy="34101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8" name="Shape 26"/>
          <p:cNvSpPr/>
          <p:nvPr/>
        </p:nvSpPr>
        <p:spPr>
          <a:xfrm>
            <a:off x="4150070" y="2069116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379976" y="183137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-117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79976" y="243756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210159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51130" y="2410130"/>
            <a:ext cx="841248" cy="8744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33" name="Shape 31"/>
          <p:cNvSpPr/>
          <p:nvPr/>
        </p:nvSpPr>
        <p:spPr>
          <a:xfrm>
            <a:off x="5221224" y="241013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5451130" y="217238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-30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51130" y="2525001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281313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522285" y="2497569"/>
            <a:ext cx="841248" cy="37016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38" name="Shape 36"/>
          <p:cNvSpPr/>
          <p:nvPr/>
        </p:nvSpPr>
        <p:spPr>
          <a:xfrm>
            <a:off x="6292378" y="2497569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6522285" y="2259825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-126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22285" y="289516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52467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363533" y="286773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7593439" y="2931852"/>
            <a:ext cx="841248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Text 42"/>
          <p:cNvSpPr/>
          <p:nvPr/>
        </p:nvSpPr>
        <p:spPr>
          <a:xfrm>
            <a:off x="7593439" y="26758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423622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tuning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51560" y="4187952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Ladder levels measured with nsys attached on rank 0 (~5% overhead); final 249 ms is the clean steady-state p50 of the merged main branch (bucket 1.5e9 + reduce_scatter off).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50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First Wins: bf16 Head + Software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545 ms.  The two cheapest changes bought 32%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action head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−218 ms (800 → 582)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2.96B DiT ran in fp32 — one config knob moves it under bf16 autocast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Loss &amp; timestep math stay fp32; same-seed 100-step loss trajectory unchanged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Single-switch rollback: dit_dtype=none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icons/m48-rocket-3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002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torch 2.7.1 + NCCL 2.26.2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−37 ms (582 → 545)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93776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Container-level upgrade, zero code change (plus triton 3.3.1)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eager kernels and NCCL launch path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Prerequisite for the CUDA-Graph work (slide 8)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Takeaway: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audit precision policy and framework versions before touching any code — they set the floor everything else stands on.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0" name="Image 2" descr="/app/logos/nvidia-logo-blk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Keep the GPU Fed: Pipeline &amp; Syncs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398 ms.  CPU work off the critical path, no per-step syncs, right attention per stack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43484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DataLoader workers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(tokenize + image patches) runs in 8 workers, overlapped with the previous step's GPU work; batches arrive as pinned CPU tensors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 forward-path CPU removed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 copies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 overlaps upload with the ZeRO-2 optimizer tail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H2D off the critical path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removes 2 device syncs / step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 and cached — they depend only on the image grid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Mixed attention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on FA2 varlen (one kernel per layer for all 16 images); text stays SDPA — at seq 192 FA2's unpad/repad is a net loss (measured)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977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Principle: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training step should launch GPU work and get out of the way — anything the CPU must compute belongs in workers or caches, and anything that reads a GPU value blocks the launch pipeline.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&amp; torch.compile: −126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ms.  Replay the whole network as six graphs instead of ~14k eager launches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962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06362" y="1417320"/>
            <a:ext cx="448043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Whole-model compile is blocked: the hybrid GDN layers (fla library) graph-break in dynamo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So we capture around it: 32 text layers grouped into 4 CUDA Graphs of 8 layers each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Vision tower captured as a single graph (FA2 kernels inside, host-cached max_seqlen)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Static shapes make it possible: text fixed at 192, encoder padded to 192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Sync-free multimodal merge: removed a device-to-host validation readback in the image-token scatter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06362" y="3657600"/>
            <a:ext cx="4480438" cy="65836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Shape 4"/>
          <p:cNvSpPr/>
          <p:nvPr/>
        </p:nvSpPr>
        <p:spPr>
          <a:xfrm>
            <a:off x="4206362" y="3657600"/>
            <a:ext cx="54864" cy="6583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5"/>
          <p:cNvSpPr/>
          <p:nvPr/>
        </p:nvSpPr>
        <p:spPr>
          <a:xfrm>
            <a:off x="4389242" y="3657600"/>
            <a:ext cx="42061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596656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59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539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45496" y="3063240"/>
            <a:ext cx="407118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52614" y="3063240"/>
            <a:ext cx="1695881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52614" y="3063240"/>
            <a:ext cx="169588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03359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866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2026-07-22T06:22:38Z</dcterms:created>
  <dcterms:modified xsi:type="dcterms:W3CDTF">2026-07-22T06:22:38Z</dcterms:modified>
</cp:coreProperties>
</file>