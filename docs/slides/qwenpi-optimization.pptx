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讲稿:各位好。今天汇报我们在 starVLA QwenPI 训练上的性能优化工作:8 张 H200 上,把每步训练时间从 800 毫秒压到 306 毫秒。整个过程的方法论只有一句话——先用 nsys 找到问题,再针对问题做修复,每一步都有同机 A/B 数据。今天所有数字,大家都可以拿我们公开的 nsys trace 复核。
Q: 测试环境是什么? A: 单节点 8x H200 SXM、全 NVLink 互联,DeepSpeed ZeRO-2 全参数微调,数据是 LIBERO;软件栈稍后第 4 页详述。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讲稿:流程很简单:先给结果,然后花一分钟对齐模型和负载,重点在中间两段——我们诊断出了哪些问题、每个问题怎么修的;最后讲还剩下什么、下一步怎么走。中间任何一页都欢迎随时打断提问。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讲稿:四个数:步时 800 到 306 毫秒,2.6 倍;吞吐从交接时的 80 到 209 samples/node/s,超过 200 的目标线;MFU 从 7.2% 到 18.8%;batch 24 时吞吐 309,是目标的 1.5 倍。特别说明口径:我们的「步时」是步间周期——包含了步尾参数 AllGather 的排空,不是只算前反向的窗口;并且用 1000 步不带 profiler 的干净跑验证过,稳态 303 到 313 毫秒。
Q: 你们之前沟通提过 249ms,为什么现在是 306? A: 我们自己发现并修正了口径问题:免同步日志优化之后,训练器的 in-step 计时器漏掉了步间约 57ms 的 AllGather 排空。249 是计时器窗口,306 是真实步间周期——你们用 nsys 量到的会是 306。宁可数字难看一点,也要经得起复核。
Q: 209 离 200 目标太近了? A: 两个答案:batch 24 是 309,余量充足;bs8 下最大的单块损耗就是那 57ms 的 AllGather 暴露,最后一页有把它重叠掉的方案,修复后 bs8 预期回到 250 左右。
Q: MFU 18.8% 是不是太低? A: 分母用的是 H200 纸面 989.5 TFLOPS;这台机器 GEMM 的持续上限实测只有 622(功耗墙),所以 kernel 层面其实已经接近打满,详见最后一页的 kernel 分布。bs24 时 MFU 27.7%。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讲稿:对齐一下负载。7.52B 参数全部参与训练:Qwen3.5-VL 4B 做主干——注意它的 decoder 是 32 层混合结构,全注意力和 gated-delta-net 线性注意力交替,这个细节在讲 CUDA Graph 时会变得很重要;动作专家是 2.96B 的 cross-attention DiT,深度和宽度跟随 VLM(32 块、hidden 2560),逐层交叉注意 VLM 的 hidden states。右边是训练配置,重点:ZeRO-2、bs 8 到 24、文本定长 192。
Q: 为什么用 ZeRO-2 而不是 ZeRO-3 或 FSDP? A: 这是与你们对齐的基线选型,本次优化不改训练语义。但优化到今天,ZeRO-2 无法重叠参数 AllGather 已成为第一大结构性损耗,最后一页我们正是建议评估 FSDP 或改造 ZeRO-2。
Q: 文本定长 192 对真实数据成立吗?更长指令怎么办? A: pad 长度是配置项;当前数据分布下 192 覆盖良好、padding 开销实测很小。若上更长指令,按长度分桶、每桶各自捕获一张图即可,方案现成。
Q: transformers 为什么停在 5.3? A: 有意不动——与你们的环境钉板对齐。我们所有优化都绕开了升级需求,包括一个 5.3 特有的 hidden-states 捕获兼容问题。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讲稿:这是基线的一个真实训练步,807 毫秒,全部按 GPU 执行时钟画。上面两行:模型阶段和模块归属——前向 309 里 Qwen3.5 占 148、DiT 占 124,反向里 DiT 234、Qwen3.5 175。下面泳道是真实 kernel。五个可见的问题,每个都标了修复方案和收益:fp32 的动作头、CPU 在 forward 里做预处理、每步同步点、发射瓶颈、通信配置。这一页是整个 deck 的地图,后面每页修一个。
Q: 为什么 CPU 侧 forward 只有 225ms,这里画 309? A: eager 下 CPU 发射超前于 GPU 执行:forward 函数在 225ms 返回,但 GPU 队列里的 DiT 前向 kernel 一直执行到 309。所以本图统一用 GPU 执行时钟,kernel 按发射窗口归属——两行的边界才能严格对齐,你们用 correlationId 关联可以复算。
Q: Qwen3.5 反向为什么不是前向的两倍? A: 按 GPU busy 恰好是 2.46 倍,符合理论(纯 GEMM 是 1.94)。墙钟跨度只有 1.18 倍,是因为前向发射饥饿——占空比 34% 对反向的 70%,Python 逐层发射喂不饱 GPU。这正是第 10 页的主题。
Q: 13,868 个 kernel 怎么来的? A: eager 模式每个算子独立发射,中位 kernel 只有 8 微秒;79% 不到 20 微秒。发射成本反而成了主导,这是 CUDA Graph 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讲稿:优化路线图,柱子是每级落地后的真实步时——注意是周期口径,包含 AllGather 排空。六级:bf16 动作头单项最大,-214;流水线与同步点 -104(其中环境升级折算 -37);混合注意力 -32;CUDA Graph -122;通信调优 -22。累计 2.6 倍。每一根柱子都是同一台机器上的独立 60 步实测,不是估算叠加。
Q: 为什么不标每项的增量? A: 柱子的差就是增量;我们刻意展示绝对时间,因为那才是你们真实感受到的训练速度。
Q: 顺序可以变吗?能只挑其中几项吗? A: 大部分独立可选,但有依赖:CUDA Graph 需要定长 shape(来自流水线级的 pad-192)和 torch 2.7.1;混合注意力需要 flash-attn 2.8。想分阶段合入的话,我们可以给依赖图。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讲稿:最大单项。左图:基线 37% 的 GPU 计算是 fp32 GEMM,全部来自 2.96B 的动作头。先澄清事实:权重存储本来就是 bf16(DeepSpeed bf16 引擎),fp32 只在优化器 master 副本里;基线的 fp32 计算来自一个作用域过宽的 autocast(float32) 上下文。我们的修复就是收窄它。
精度边界:转 bf16 的只有 DiT transformer 那一次调用(32 block 的矩阵乘,前反向,tensor core 上 fp32 累加)。保留 fp32:flow-matching 标量数学(噪声插值/velocity/timestep)、action-state encoder、action_decoder、MSE loss、DiT 内 LayerNorm(白名单)、TimestepEncoder、优化器 fp32 master 与 grad-norm。
结果:训练 loss 无可测退化——1000 步对照,末段百步均值 0.1473 vs 0.1473;末段逐步差 std 0.014,仅为曲线自身步间波动 0.080 的 0.4 倍,精度差异淹没在采样噪声之下。
Q: loss 一致不代表任务成功率一致? A: 同意,任务级评测在你们评测器上做,建议联合验证;我们的证据是千步轨迹统计不可区分 + 数值敏感处全保 fp32,与业界通行做法一致。
Q: 为什么当初是 fp32?收窄合理吗? A: 权重本就 bf16 存储,外层 fp32 从未保护权重精度,两倍 GEMM 代价只买到激活精度。收窄用 autocast 标准嵌套机制(内层覆盖外层、白名单仍 fp32),与 VLM 主干既有跑法一致,是 AMP/Megatron/DeepSpeed 标准配方。
Q: 前 200 步曲线有偏差? A: 扩散采样未固定种子,陡降段对抽到的 t 敏感;平稳段偏移严格归零(401-600 与 901-1000 的均值差均为 0.0000)。要逐位验证可加固定采样种子模式。
可行性:bf16 与 fp32 指数位相同(无溢出、无需 loss scaling);GEMM 在 tensor core 上 fp32 累加;优化器 fp32 master;归约/LN/loss 走 autocast 白名单 fp32。业界:BLOOM/Llama 3/Megatron/DeepSpeed 均以 bf16 为标准训练精度,OpenVLA 等 VLA 实现默认 bf16 微调;本仓库 VLM 主干本就全程 bf16。
参考:Micikevicius et al. ICLR18 (arXiv:1710.03740);Kalamkar et al. (1905.12322);BLOOM (2211.05100) / OPT (2205.01068);Llama 3 (2407.21783);PyTorch AMP 与 NVIDIA Mixed Precision 指南;OpenVLA (2406.09246)。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讲稿:第二类问题:同步点。上图是前向的计算流,四条虚线都是 GPU 必须等 CPU 的往返:图像解码和 tokenize 在 forward 里做,每步开头 GPU 干等 37 毫秒;ViT 的 RoPE 和位置编码在 CPU 上逐步算;ViT 到 decoder 之间的 MRoPE 位置索引也在 CPU;最后 loss 读回和计时器每步两次拉停发射流水线。下面时间线标了它们在真实步里的位置。
Q: 这些是 HuggingFace 的 bug 吗? A: 不是 bug,是通用性设计——HF 要兼容任意输入形状和推理路径,所以在 CPU 上算这些最稳妥。但训练热循环里输入形状固定,这些就成了纯开销,可以预计算或缓存。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讲稿:对应的四个修复:预处理搬进 8 个 DataLoader worker,和上一步 GPU 计算完全重叠;H2D 用锁页内存加专用拷贝流;日志免同步——loss 只在记录时读回、DeepSpeed 计时器不做强制同步;MRoPE 位置索引按图像网格缓存。加上混合注意力,这一段合计周期从 549 降到 450。
Q: 标题是 -67,之前不是说这级省了 117 吗? A: 117 是 in-step 计时器口径。把同步点移出计时窗口的同时,原本藏在窗口里的 AllGather 排空也被移出去了,按诚实的周期口径这级净赚 67。我们主动把两个口径都讲清楚。
Q: 8 个 worker 会不会抢 CPU?数据顺序会变吗? A: 预处理后 data_times 稳定在 1-2ms,CPU 有富余;采样器和数据顺序完全不变,只是预处理的执行位置变了,有逐位验证。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讲稿:进入 CUDA Graph 之前,先看动机。同样的数学,Qwen3.5 前向在基线要 148 毫秒墙钟,其中 GPU 真正在算的只有 50 毫秒——三分之二在等 CPU 发射:3,929 次 kernel launch,每个 op 的 Python 调度加发射要 30 到 60 微秒,而 kernel 中位只有 8 微秒。优化后:6 次 graph launch 替代几千次发射,墙钟 65 毫秒,快 2.3 倍。
Q: 优化后占空比也才 57%? A: 剩余间隙是图之间的 eager 胶水——多模态 merge、embedding 等,以及本页只看前向的窗口效应;整步的 GPU 空闲从 205ms 降到了 43ms。继续压胶水收益递减,所以下一步的优先级给了 AllGather。
Q: 为什么反向问题不大? A: 反向由 autograd 引擎在 C++ 里发射,没有 Python 逐层开销,占空比本来就有 70%。所以我们只对前向做图,反向图是 reduce-overhead 顺带的。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讲稿:CUDA Graph 的设计。左边:vision tower 一张图,32 层 decoder 分四张图,DiT 走 torch.compile。客户最常问的问题——为什么是四张不是一张?右图就是答案:DeepSpeed 的梯度 AllReduce 靠 hook 触发,而 hook 只能在图与图之间执行。四张图,反向每重放完一组,hook 就把该组梯度的 AllReduce 发出去,通信和计算重叠;一张大图,所有通信只能挤在反向结束后串行——同样的计算和字节,红线(步结束)明显更晚。
Q: 模型结构改了,图要重做吗?维护成本多大? A: 捕获在训练启动时自动完成,分组 runner 对层列表是通用的,改层数不用改代码;换注意力结构则需要回归验证。我们还保留了逐层 compile 模式作为回退。
Q: 为什么每组 8 层? A: 实测甜点:发射节省在组大小 8 就饱和了,更大的组只增加编译时间和故障影响面。
Q: 一张大图真的不行吗? A: 除了重叠问题,技术上也过不去——线性注意力库的 graph-break 会把单图切成共享显存池的多个分区,和 ZeRO-2 hook 的显存分配冲突,在 torch 2.6 和 2.7.1 上都稳定崩溃。细节可以会后展开。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讲稿:通信配置两个旋钮,解决两个不同的问题。旋钮一 reduce_scatter 关掉:DeepSpeed 默认在每个桶发送前做一次 flatten 拷贝,就是诊断页那 22 毫秒的 CatArrayBatchedCopy,而梯度本来就在连续缓冲里——纯冗余。旋钮二桶大小:DeepSpeed 只有两个梯度缓冲,每次桶满,计算流必须等上一次 reduction 排空。下面是真实对照:5e8 的桶,反向被打断 15 次、47 毫秒;1.5e9 只有 8 次、27 毫秒。两个旋钮正交且同向。
Q: reduce_scatter 改 AllReduce,线上字节翻倍,多节点上还成立吗? A: 直说:这是单节点 NVLink 的结论——节点内带宽有余量且通信被重叠,flatten 的收益占优。跨节点 IB 上这个权衡很可能反转,部署你们集群前需要重新 A/B,桶大小也要按拓扑重调。这两项都是 15 分钟级的实验,我们可以一起跑。
Q: 1.5e9 能直接抄到别的模型吗? A: 不能——桶按梯度元素计数,合适的值取决于参数布局(这里是 DiT 那段 30 亿元素的连续梯度)。所以我们把它做成了模型级配置,没动共享默认值。
Q: 双缓冲这个限制 DeepSpeed 为什么不修? A: 上游的设计取舍(显存换流水深度)。我们后面提的 ZeRO-2 异步 gather 改造会动同一份代码,可以一并评估。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讲稿:横向扩 batch:8 到 24,吞吐 209 到 309,MFU 到 27.7%——发射、通信、AllGather 排空这些每步固定开销被摊薄了。甜点在 24;32 反而回落,已排除 OOM 和数据加载,初步指向显存压力,trace 在手。重要边界:bs24 意味着全局 batch 192,收敛性需要在你们的数据和评测器上验证后才能采纳。
Q: bs24 的学习率怎么调?收敛验证怎么做? A: 建议从线性缩放加 warmup 起步;验证需要你们的任务评测器,我们提供陪跑和训练侧支持。在此之前 deck 的推荐配置仍是 bs8。
Q: bs32 为什么塌? A: 现场不猜。已排除 OOM 和 dataloader;疑似 allocator/显存压力效应,nsys trace 已采集,需要的话作为后续项深挖。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讲稿:收尾。上图是优化后的完整一步:计算结束后,44 毫秒的参数 AllGather 完全裸露——占每步 18%,这是当前最大的单块损耗。左下 kernel 分布已经平坦:最大类 GEMM 95 毫秒,且已顶在这台机器 622 TFLOPS 的功耗墙上——kernel 层面没有可榨的了,剩下的都是结构性机会。三个方向按规模排序:重叠 AllGather 约 50 毫秒,ZeRO-2 今天做不到,要么 FSDP 要么给 ZeRO-2 加异步 gather;fp8 突破功耗墙;梯度压缩拿回步内约 20 毫秒的暴露 AllReduce。2.6 倍已经落袋,bs8 通往 250+ 的路在 AllGather 上。
Q: FSDP 迁移成本多大,收益确定吗? A: 收益上限就是实测的 44-57 毫秒,不是估算。两条路成本不同:FSDP 迁移动 checkpoint 格式和训练配置,面大但一劳永逸;ZeRO-2 异步 gather 补丁改动集中在一个文件,面小。我们建议先做一周级的 PoC 把两条路的数字跑出来再定。
Q: fp8 对收敛的影响? A: 需要 per-tensor scaling(Transformer-Engine 路线)加收敛验证,和 bf16 一样走「先千步 loss 对照、再任务评测」的流程。它是唯一能提高 GEMM 上限的杠杆。
Q: 有些方向你们试过没有? A: 试过并否证的都有数据:文本栈全 FA2 慢 10ms;NCCL 参数调优无效(带宽已在 478 GB/s 线速);单张大图不可行;FlashQLA 天花板只有 10.5ms。这些清单可以发给你们,避免重复踩坑。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7101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71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3444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0" y="12344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746504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0" y="174650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258568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Diagnosis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0" y="2258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 –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8096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 – 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319272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82696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0" y="32826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 – 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6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2026-07-23T05:32:30Z</dcterms:created>
  <dcterms:modified xsi:type="dcterms:W3CDTF">2026-07-23T05:32:30Z</dcterms:modified>
</cp:coreProperties>
</file>